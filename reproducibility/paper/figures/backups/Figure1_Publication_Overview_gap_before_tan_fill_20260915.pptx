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ec7d29d11f54e8b" Type="http://schemas.openxmlformats.org/officeDocument/2006/relationships/officeDocument" Target="ppt/presentation.xml"/><Relationship Id="Rc1447a2107834b20" Type="http://schemas.openxmlformats.org/package/2006/relationships/metadata/core-properties" Target="docProps/core.xml"/><Relationship Id="Refa4b6bb3b45492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44f64540041d1"/>
  </p:sldMasterIdLst>
  <p:notesMasterIdLst>
    <p:notesMasterId xmlns:r="http://schemas.openxmlformats.org/officeDocument/2006/relationships" r:id="Rcb2d028f11c04188"/>
  </p:notesMasterIdLst>
  <p:sldIdLst>
    <p:sldId xmlns:r="http://schemas.openxmlformats.org/officeDocument/2006/relationships" id="256" r:id="R59fe2ec9ed124b4c"/>
  </p:sldIdLst>
  <p:sldSz cx="14287500" cy="4381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fe44f64540041d1" Type="http://schemas.openxmlformats.org/officeDocument/2006/relationships/slideMaster" Target="slideMasters/slideMaster1.xml"/><Relationship Id="R497431c404a7458b" Type="http://schemas.openxmlformats.org/officeDocument/2006/relationships/tableStyles" Target="tableStyles.xml"/><Relationship Id="R59fe2ec9ed124b4c" Type="http://schemas.openxmlformats.org/officeDocument/2006/relationships/slide" Target="slides/slide1.xml"/><Relationship Id="R9779639cf92e49f5" Type="http://schemas.openxmlformats.org/officeDocument/2006/relationships/presProps" Target="presProps.xml"/><Relationship Id="R99a5652132474d64" Type="http://schemas.openxmlformats.org/officeDocument/2006/relationships/theme" Target="theme/theme1.xml"/><Relationship Id="Rcb2d028f11c0418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b5f787cc9eaa4bd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6ac9421cb1c4566" Type="http://schemas.openxmlformats.org/officeDocument/2006/relationships/notesMaster" Target="../notesMasters/notesMaster1.xml"/><Relationship Id="Rdac02464d06d4d36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schematic for KronHiPPO-STGP, based only on existing manuscript claims. Visual precedents: HiPPO (Gu et al., NeurIPS 2020), Fig. 1, https://proceedings.neurips.cc/paper/2020/file/102f0bb6efb3a6128a3c750dd16729be-Paper.pdf; OHSVGP (Chen et al., NeurIPS 2025), Fig. 1(a), https://papers.neurips.cc/paper_files/paper/2025/file/c402501846f9fe03e2cac015b3f0e6b1-Paper-Conference.pdf; Latent-Kronecker GP (Lin et al., ICML 2025), Fig. 1, https://proceedings.mlr.press/v267/lin25a.html. The cited styles inform original drawings, with no copied artwork. Trend observations are illustrative. Basis functions are schematic normalized shifted Legendre functions; line styles distinguish horizons. Matrix values are illustrative SPD factors and their exact Kronecker product, not experimental results. Block hue identifies the corresponding B entry; within-block lightness visualizes the repeated G pattern. These are categorical structural colors, not a calibrated heatmap of R values. Complexity is for M_s approximately M_t = M and fixed d_beta.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a501fbdf0ec43f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27c9eff2b4448b3" Type="http://schemas.openxmlformats.org/officeDocument/2006/relationships/slideLayout" Target="../slideLayouts/slideLayout1.xml"/><Relationship Id="Re8c148eb2edf429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c9eff2b44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f06e37f6a134c79" Type="http://schemas.openxmlformats.org/officeDocument/2006/relationships/slideLayout" Target="../slideLayouts/slideLayout1.xml"/><Relationship Id="Rebd6bf7d808e418f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4" name="(a)  Trend revision">
            <a:extLst>
              <a:ext uri="{FF2B5EF4-FFF2-40B4-BE49-F238E27FC236}">
                <ns2:creationId id="{D9C510E4-AA22-444C-AF0E-F9238D234646}"/>
              </a:ext>
            </a:extLst>
          </p:cNvPr>
          <p:cNvSpPr>
            <a:spLocks noGrp="1"/>
          </p:cNvSpPr>
          <p:nvPr/>
        </p:nvSpPr>
        <p:spPr>
          <a:xfrm>
            <a:off x="171450" y="952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(a)  Trend revision</a:t>
            </a:r>
          </a:p>
        </p:txBody>
      </p:sp>
      <p:sp>
        <p:nvSpPr>
          <p:cNvPr id="2" name="(b)  Changing coordinates">
            <a:extLst>
              <a:ext uri="{FF2B5EF4-FFF2-40B4-BE49-F238E27FC236}">
                <ns2:creationId id="{922F062D-8696-4C64-93F6-6D62572B448A}"/>
              </a:ext>
            </a:extLst>
          </p:cNvPr>
          <p:cNvSpPr>
            <a:spLocks noGrp="1"/>
          </p:cNvSpPr>
          <p:nvPr/>
        </p:nvSpPr>
        <p:spPr>
          <a:xfrm>
            <a:off x="4914900" y="95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(b)  Changing coordinates</a:t>
            </a:r>
          </a:p>
        </p:txBody>
      </p:sp>
      <p:sp>
        <p:nvSpPr>
          <p:cNvPr id="3" name="(c)  Structured recovery">
            <a:extLst>
              <a:ext uri="{FF2B5EF4-FFF2-40B4-BE49-F238E27FC236}">
                <ns2:creationId id="{CE63CF51-B41D-4668-B0D0-D75E23AD2C6F}"/>
              </a:ext>
            </a:extLst>
          </p:cNvPr>
          <p:cNvSpPr>
            <a:spLocks noGrp="1"/>
          </p:cNvSpPr>
          <p:nvPr/>
        </p:nvSpPr>
        <p:spPr>
          <a:xfrm>
            <a:off x="9696450" y="95250"/>
            <a:ext cx="4552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(c)  Structured recovery</a:t>
            </a:r>
          </a:p>
        </p:txBody>
      </p:sp>
      <p:sp>
        <p:nvSpPr>
          <p:cNvPr id="4" name="line">
            <a:extLst>
              <a:ext uri="{FF2B5EF4-FFF2-40B4-BE49-F238E27FC236}">
                <ns2:creationId id="{3035FB64-00E8-460E-AC37-C1EF018BB453}"/>
              </a:ext>
            </a:extLst>
          </p:cNvPr>
          <p:cNvSpPr>
            <a:spLocks noGrp="1"/>
          </p:cNvSpPr>
          <p:nvPr/>
        </p:nvSpPr>
        <p:spPr>
          <a:xfrm>
            <a:off x="485775" y="866775"/>
            <a:ext cx="95" cy="1819275"/>
          </a:xfrm>
          <a:custGeom>
            <a:pathLst>
              <a:path w="95" h="1819275">
                <a:moveTo>
                  <a:pt x="0" y="0"/>
                </a:moveTo>
                <a:lnTo>
                  <a:pt x="0" y="1819275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5" name="line">
            <a:extLst>
              <a:ext uri="{FF2B5EF4-FFF2-40B4-BE49-F238E27FC236}">
                <ns2:creationId id="{F1F2A25D-F626-4385-80C9-53B3EDF18E2E}"/>
              </a:ext>
            </a:extLst>
          </p:cNvPr>
          <p:cNvSpPr>
            <a:spLocks noGrp="1"/>
          </p:cNvSpPr>
          <p:nvPr/>
        </p:nvSpPr>
        <p:spPr>
          <a:xfrm>
            <a:off x="485775" y="2686050"/>
            <a:ext cx="3905250" cy="95"/>
          </a:xfrm>
          <a:custGeom>
            <a:pathLst>
              <a:path w="3905250" h="9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6" name="y">
            <a:extLst>
              <a:ext uri="{FF2B5EF4-FFF2-40B4-BE49-F238E27FC236}">
                <ns2:creationId id="{3B32F7CD-C7A4-471A-97D1-C79BD372FA5B}"/>
              </a:ext>
            </a:extLst>
          </p:cNvPr>
          <p:cNvSpPr>
            <a:spLocks noGrp="1"/>
          </p:cNvSpPr>
          <p:nvPr/>
        </p:nvSpPr>
        <p:spPr>
          <a:xfrm>
            <a:off x="219075" y="7429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7" name="t">
            <a:extLst>
              <a:ext uri="{FF2B5EF4-FFF2-40B4-BE49-F238E27FC236}">
                <ns2:creationId id="{CBCDCD84-5E76-4913-B028-F9CD62891B59}"/>
              </a:ext>
            </a:extLst>
          </p:cNvPr>
          <p:cNvSpPr>
            <a:spLocks noGrp="1"/>
          </p:cNvSpPr>
          <p:nvPr/>
        </p:nvSpPr>
        <p:spPr>
          <a:xfrm>
            <a:off x="4391025" y="257175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25" name="revised-old trend transition"/>
          <p:cNvSpPr/>
          <p:nvPr/>
        </p:nvSpPr>
        <p:spPr>
          <a:xfrm>
            <a:off x="485775" y="1297003"/>
            <a:ext cx="3724275" cy="937985"/>
          </a:xfrm>
          <a:custGeom>
            <a:avLst/>
            <a:gdLst/>
            <a:ahLst/>
            <a:cxnLst/>
            <a:rect l="l" t="t" r="r" b="b"/>
            <a:pathLst>
              <a:path w="3724275" h="937985">
                <a:moveTo>
                  <a:pt x="0" y="553424"/>
                </a:moveTo>
                <a:lnTo>
                  <a:pt x="37243" y="530661"/>
                </a:lnTo>
                <a:lnTo>
                  <a:pt x="74486" y="507617"/>
                </a:lnTo>
                <a:lnTo>
                  <a:pt x="111728" y="484362"/>
                </a:lnTo>
                <a:lnTo>
                  <a:pt x="148971" y="460966"/>
                </a:lnTo>
                <a:lnTo>
                  <a:pt x="186214" y="437499"/>
                </a:lnTo>
                <a:lnTo>
                  <a:pt x="223457" y="414033"/>
                </a:lnTo>
                <a:lnTo>
                  <a:pt x="260699" y="390636"/>
                </a:lnTo>
                <a:lnTo>
                  <a:pt x="297942" y="367382"/>
                </a:lnTo>
                <a:lnTo>
                  <a:pt x="335185" y="344338"/>
                </a:lnTo>
                <a:lnTo>
                  <a:pt x="372427" y="321575"/>
                </a:lnTo>
                <a:lnTo>
                  <a:pt x="409670" y="299161"/>
                </a:lnTo>
                <a:lnTo>
                  <a:pt x="446913" y="277161"/>
                </a:lnTo>
                <a:lnTo>
                  <a:pt x="484156" y="255642"/>
                </a:lnTo>
                <a:lnTo>
                  <a:pt x="521399" y="234666"/>
                </a:lnTo>
                <a:lnTo>
                  <a:pt x="558641" y="214295"/>
                </a:lnTo>
                <a:lnTo>
                  <a:pt x="595884" y="194586"/>
                </a:lnTo>
                <a:lnTo>
                  <a:pt x="633127" y="175596"/>
                </a:lnTo>
                <a:lnTo>
                  <a:pt x="670370" y="157378"/>
                </a:lnTo>
                <a:lnTo>
                  <a:pt x="707612" y="139982"/>
                </a:lnTo>
                <a:lnTo>
                  <a:pt x="744855" y="123455"/>
                </a:lnTo>
                <a:lnTo>
                  <a:pt x="782098" y="107841"/>
                </a:lnTo>
                <a:lnTo>
                  <a:pt x="819340" y="93178"/>
                </a:lnTo>
                <a:lnTo>
                  <a:pt x="856583" y="79504"/>
                </a:lnTo>
                <a:lnTo>
                  <a:pt x="893826" y="66850"/>
                </a:lnTo>
                <a:lnTo>
                  <a:pt x="931069" y="55245"/>
                </a:lnTo>
                <a:lnTo>
                  <a:pt x="968312" y="44712"/>
                </a:lnTo>
                <a:lnTo>
                  <a:pt x="1005554" y="35272"/>
                </a:lnTo>
                <a:lnTo>
                  <a:pt x="1042797" y="26939"/>
                </a:lnTo>
                <a:lnTo>
                  <a:pt x="1080040" y="19725"/>
                </a:lnTo>
                <a:lnTo>
                  <a:pt x="1117283" y="13637"/>
                </a:lnTo>
                <a:lnTo>
                  <a:pt x="1154525" y="8676"/>
                </a:lnTo>
                <a:lnTo>
                  <a:pt x="1191768" y="4841"/>
                </a:lnTo>
                <a:lnTo>
                  <a:pt x="1229011" y="2125"/>
                </a:lnTo>
                <a:lnTo>
                  <a:pt x="1266254" y="516"/>
                </a:lnTo>
                <a:lnTo>
                  <a:pt x="1303496" y="0"/>
                </a:lnTo>
                <a:lnTo>
                  <a:pt x="1340739" y="556"/>
                </a:lnTo>
                <a:lnTo>
                  <a:pt x="1377982" y="2161"/>
                </a:lnTo>
                <a:lnTo>
                  <a:pt x="1415225" y="4786"/>
                </a:lnTo>
                <a:lnTo>
                  <a:pt x="1452467" y="8400"/>
                </a:lnTo>
                <a:lnTo>
                  <a:pt x="1489710" y="12965"/>
                </a:lnTo>
                <a:lnTo>
                  <a:pt x="1526953" y="18443"/>
                </a:lnTo>
                <a:lnTo>
                  <a:pt x="1564196" y="24790"/>
                </a:lnTo>
                <a:lnTo>
                  <a:pt x="1601438" y="31959"/>
                </a:lnTo>
                <a:lnTo>
                  <a:pt x="1638681" y="39900"/>
                </a:lnTo>
                <a:lnTo>
                  <a:pt x="1675924" y="48560"/>
                </a:lnTo>
                <a:lnTo>
                  <a:pt x="1713167" y="57882"/>
                </a:lnTo>
                <a:lnTo>
                  <a:pt x="1750409" y="67809"/>
                </a:lnTo>
                <a:lnTo>
                  <a:pt x="1787652" y="78279"/>
                </a:lnTo>
                <a:lnTo>
                  <a:pt x="1824895" y="89230"/>
                </a:lnTo>
                <a:lnTo>
                  <a:pt x="1862138" y="100595"/>
                </a:lnTo>
                <a:lnTo>
                  <a:pt x="1899380" y="112309"/>
                </a:lnTo>
                <a:lnTo>
                  <a:pt x="1936623" y="124304"/>
                </a:lnTo>
                <a:lnTo>
                  <a:pt x="1973866" y="136509"/>
                </a:lnTo>
                <a:lnTo>
                  <a:pt x="2011108" y="148857"/>
                </a:lnTo>
                <a:lnTo>
                  <a:pt x="2048351" y="161274"/>
                </a:lnTo>
                <a:lnTo>
                  <a:pt x="2085594" y="173692"/>
                </a:lnTo>
                <a:lnTo>
                  <a:pt x="2122837" y="186039"/>
                </a:lnTo>
                <a:lnTo>
                  <a:pt x="2160079" y="198245"/>
                </a:lnTo>
                <a:lnTo>
                  <a:pt x="2197322" y="210240"/>
                </a:lnTo>
                <a:lnTo>
                  <a:pt x="2234565" y="221954"/>
                </a:lnTo>
                <a:lnTo>
                  <a:pt x="2271808" y="233319"/>
                </a:lnTo>
                <a:lnTo>
                  <a:pt x="2309050" y="244269"/>
                </a:lnTo>
                <a:lnTo>
                  <a:pt x="2346293" y="254740"/>
                </a:lnTo>
                <a:lnTo>
                  <a:pt x="2383536" y="264666"/>
                </a:lnTo>
                <a:lnTo>
                  <a:pt x="2420779" y="273989"/>
                </a:lnTo>
                <a:lnTo>
                  <a:pt x="2458022" y="282649"/>
                </a:lnTo>
                <a:lnTo>
                  <a:pt x="2495264" y="290590"/>
                </a:lnTo>
                <a:lnTo>
                  <a:pt x="2532507" y="297759"/>
                </a:lnTo>
                <a:lnTo>
                  <a:pt x="2569750" y="304106"/>
                </a:lnTo>
                <a:lnTo>
                  <a:pt x="2606993" y="309584"/>
                </a:lnTo>
                <a:lnTo>
                  <a:pt x="2644235" y="314149"/>
                </a:lnTo>
                <a:lnTo>
                  <a:pt x="2681478" y="317763"/>
                </a:lnTo>
                <a:lnTo>
                  <a:pt x="2718721" y="320388"/>
                </a:lnTo>
                <a:lnTo>
                  <a:pt x="2755963" y="321993"/>
                </a:lnTo>
                <a:lnTo>
                  <a:pt x="2793206" y="322549"/>
                </a:lnTo>
                <a:lnTo>
                  <a:pt x="2830449" y="322033"/>
                </a:lnTo>
                <a:lnTo>
                  <a:pt x="2867692" y="320424"/>
                </a:lnTo>
                <a:lnTo>
                  <a:pt x="2904935" y="317708"/>
                </a:lnTo>
                <a:lnTo>
                  <a:pt x="2942177" y="313873"/>
                </a:lnTo>
                <a:lnTo>
                  <a:pt x="2979420" y="308912"/>
                </a:lnTo>
                <a:lnTo>
                  <a:pt x="3016663" y="302824"/>
                </a:lnTo>
                <a:lnTo>
                  <a:pt x="3053906" y="295610"/>
                </a:lnTo>
                <a:lnTo>
                  <a:pt x="3091148" y="287277"/>
                </a:lnTo>
                <a:lnTo>
                  <a:pt x="3128391" y="277837"/>
                </a:lnTo>
                <a:lnTo>
                  <a:pt x="3165634" y="267304"/>
                </a:lnTo>
                <a:lnTo>
                  <a:pt x="3202877" y="255699"/>
                </a:lnTo>
                <a:lnTo>
                  <a:pt x="3240119" y="243045"/>
                </a:lnTo>
                <a:lnTo>
                  <a:pt x="3277362" y="229371"/>
                </a:lnTo>
                <a:lnTo>
                  <a:pt x="3314605" y="214708"/>
                </a:lnTo>
                <a:lnTo>
                  <a:pt x="3351848" y="199094"/>
                </a:lnTo>
                <a:lnTo>
                  <a:pt x="3389090" y="182567"/>
                </a:lnTo>
                <a:lnTo>
                  <a:pt x="3426333" y="165171"/>
                </a:lnTo>
                <a:lnTo>
                  <a:pt x="3463576" y="146953"/>
                </a:lnTo>
                <a:lnTo>
                  <a:pt x="3500818" y="127963"/>
                </a:lnTo>
                <a:lnTo>
                  <a:pt x="3538061" y="108254"/>
                </a:lnTo>
                <a:lnTo>
                  <a:pt x="3575304" y="87882"/>
                </a:lnTo>
                <a:lnTo>
                  <a:pt x="3612547" y="66907"/>
                </a:lnTo>
                <a:lnTo>
                  <a:pt x="3649790" y="45387"/>
                </a:lnTo>
                <a:lnTo>
                  <a:pt x="3687032" y="23388"/>
                </a:lnTo>
                <a:lnTo>
                  <a:pt x="3724275" y="974"/>
                </a:lnTo>
                <a:lnTo>
                  <a:pt x="3724275" y="614135"/>
                </a:lnTo>
                <a:lnTo>
                  <a:pt x="3687032" y="630703"/>
                </a:lnTo>
                <a:lnTo>
                  <a:pt x="3649790" y="646817"/>
                </a:lnTo>
                <a:lnTo>
                  <a:pt x="3612547" y="662429"/>
                </a:lnTo>
                <a:lnTo>
                  <a:pt x="3575304" y="677487"/>
                </a:lnTo>
                <a:lnTo>
                  <a:pt x="3538061" y="691947"/>
                </a:lnTo>
                <a:lnTo>
                  <a:pt x="3500818" y="705763"/>
                </a:lnTo>
                <a:lnTo>
                  <a:pt x="3463576" y="718895"/>
                </a:lnTo>
                <a:lnTo>
                  <a:pt x="3426333" y="731302"/>
                </a:lnTo>
                <a:lnTo>
                  <a:pt x="3389090" y="742949"/>
                </a:lnTo>
                <a:lnTo>
                  <a:pt x="3351848" y="753802"/>
                </a:lnTo>
                <a:lnTo>
                  <a:pt x="3314605" y="763832"/>
                </a:lnTo>
                <a:lnTo>
                  <a:pt x="3277362" y="773012"/>
                </a:lnTo>
                <a:lnTo>
                  <a:pt x="3240119" y="781317"/>
                </a:lnTo>
                <a:lnTo>
                  <a:pt x="3202877" y="788730"/>
                </a:lnTo>
                <a:lnTo>
                  <a:pt x="3165634" y="795231"/>
                </a:lnTo>
                <a:lnTo>
                  <a:pt x="3128391" y="800810"/>
                </a:lnTo>
                <a:lnTo>
                  <a:pt x="3091148" y="805456"/>
                </a:lnTo>
                <a:lnTo>
                  <a:pt x="3053906" y="809165"/>
                </a:lnTo>
                <a:lnTo>
                  <a:pt x="3016663" y="811933"/>
                </a:lnTo>
                <a:lnTo>
                  <a:pt x="2979420" y="813764"/>
                </a:lnTo>
                <a:lnTo>
                  <a:pt x="2942177" y="814662"/>
                </a:lnTo>
                <a:lnTo>
                  <a:pt x="2904935" y="814638"/>
                </a:lnTo>
                <a:lnTo>
                  <a:pt x="2867692" y="813702"/>
                </a:lnTo>
                <a:lnTo>
                  <a:pt x="2830449" y="811874"/>
                </a:lnTo>
                <a:lnTo>
                  <a:pt x="2793206" y="809171"/>
                </a:lnTo>
                <a:lnTo>
                  <a:pt x="2755963" y="805618"/>
                </a:lnTo>
                <a:lnTo>
                  <a:pt x="2718721" y="801242"/>
                </a:lnTo>
                <a:lnTo>
                  <a:pt x="2681478" y="796072"/>
                </a:lnTo>
                <a:lnTo>
                  <a:pt x="2644235" y="790142"/>
                </a:lnTo>
                <a:lnTo>
                  <a:pt x="2606993" y="783487"/>
                </a:lnTo>
                <a:lnTo>
                  <a:pt x="2569750" y="776148"/>
                </a:lnTo>
                <a:lnTo>
                  <a:pt x="2532507" y="768165"/>
                </a:lnTo>
                <a:lnTo>
                  <a:pt x="2495264" y="759584"/>
                </a:lnTo>
                <a:lnTo>
                  <a:pt x="2458022" y="750449"/>
                </a:lnTo>
                <a:lnTo>
                  <a:pt x="2420779" y="740812"/>
                </a:lnTo>
                <a:lnTo>
                  <a:pt x="2383536" y="730721"/>
                </a:lnTo>
                <a:lnTo>
                  <a:pt x="2346293" y="720231"/>
                </a:lnTo>
                <a:lnTo>
                  <a:pt x="2309050" y="709394"/>
                </a:lnTo>
                <a:lnTo>
                  <a:pt x="2271808" y="698267"/>
                </a:lnTo>
                <a:lnTo>
                  <a:pt x="2234565" y="686907"/>
                </a:lnTo>
                <a:lnTo>
                  <a:pt x="2197322" y="675370"/>
                </a:lnTo>
                <a:lnTo>
                  <a:pt x="2160079" y="663716"/>
                </a:lnTo>
                <a:lnTo>
                  <a:pt x="2122837" y="652002"/>
                </a:lnTo>
                <a:lnTo>
                  <a:pt x="2085594" y="640289"/>
                </a:lnTo>
                <a:lnTo>
                  <a:pt x="2048351" y="628634"/>
                </a:lnTo>
                <a:lnTo>
                  <a:pt x="2011108" y="617097"/>
                </a:lnTo>
                <a:lnTo>
                  <a:pt x="1973866" y="605737"/>
                </a:lnTo>
                <a:lnTo>
                  <a:pt x="1936623" y="594610"/>
                </a:lnTo>
                <a:lnTo>
                  <a:pt x="1899380" y="583773"/>
                </a:lnTo>
                <a:lnTo>
                  <a:pt x="1862138" y="573283"/>
                </a:lnTo>
                <a:lnTo>
                  <a:pt x="1824895" y="563193"/>
                </a:lnTo>
                <a:lnTo>
                  <a:pt x="1787652" y="553555"/>
                </a:lnTo>
                <a:lnTo>
                  <a:pt x="1750409" y="544421"/>
                </a:lnTo>
                <a:lnTo>
                  <a:pt x="1713167" y="535839"/>
                </a:lnTo>
                <a:lnTo>
                  <a:pt x="1675924" y="527856"/>
                </a:lnTo>
                <a:lnTo>
                  <a:pt x="1638681" y="520517"/>
                </a:lnTo>
                <a:lnTo>
                  <a:pt x="1601438" y="513863"/>
                </a:lnTo>
                <a:lnTo>
                  <a:pt x="1564196" y="507932"/>
                </a:lnTo>
                <a:lnTo>
                  <a:pt x="1526953" y="502763"/>
                </a:lnTo>
                <a:lnTo>
                  <a:pt x="1489710" y="498386"/>
                </a:lnTo>
                <a:lnTo>
                  <a:pt x="1452467" y="494833"/>
                </a:lnTo>
                <a:lnTo>
                  <a:pt x="1415225" y="492131"/>
                </a:lnTo>
                <a:lnTo>
                  <a:pt x="1377982" y="490302"/>
                </a:lnTo>
                <a:lnTo>
                  <a:pt x="1340739" y="489367"/>
                </a:lnTo>
                <a:lnTo>
                  <a:pt x="1303496" y="489342"/>
                </a:lnTo>
                <a:lnTo>
                  <a:pt x="1266254" y="490240"/>
                </a:lnTo>
                <a:lnTo>
                  <a:pt x="1229011" y="492071"/>
                </a:lnTo>
                <a:lnTo>
                  <a:pt x="1191768" y="494840"/>
                </a:lnTo>
                <a:lnTo>
                  <a:pt x="1154525" y="498548"/>
                </a:lnTo>
                <a:lnTo>
                  <a:pt x="1117283" y="503194"/>
                </a:lnTo>
                <a:lnTo>
                  <a:pt x="1080040" y="508773"/>
                </a:lnTo>
                <a:lnTo>
                  <a:pt x="1042797" y="515275"/>
                </a:lnTo>
                <a:lnTo>
                  <a:pt x="1005554" y="522687"/>
                </a:lnTo>
                <a:lnTo>
                  <a:pt x="968312" y="530993"/>
                </a:lnTo>
                <a:lnTo>
                  <a:pt x="931069" y="540172"/>
                </a:lnTo>
                <a:lnTo>
                  <a:pt x="893826" y="550202"/>
                </a:lnTo>
                <a:lnTo>
                  <a:pt x="856583" y="561056"/>
                </a:lnTo>
                <a:lnTo>
                  <a:pt x="819340" y="572702"/>
                </a:lnTo>
                <a:lnTo>
                  <a:pt x="782098" y="585110"/>
                </a:lnTo>
                <a:lnTo>
                  <a:pt x="744855" y="598241"/>
                </a:lnTo>
                <a:lnTo>
                  <a:pt x="707612" y="612057"/>
                </a:lnTo>
                <a:lnTo>
                  <a:pt x="670370" y="626517"/>
                </a:lnTo>
                <a:lnTo>
                  <a:pt x="633127" y="641576"/>
                </a:lnTo>
                <a:lnTo>
                  <a:pt x="595884" y="657187"/>
                </a:lnTo>
                <a:lnTo>
                  <a:pt x="558641" y="673302"/>
                </a:lnTo>
                <a:lnTo>
                  <a:pt x="521399" y="689869"/>
                </a:lnTo>
                <a:lnTo>
                  <a:pt x="484156" y="706836"/>
                </a:lnTo>
                <a:lnTo>
                  <a:pt x="446913" y="724150"/>
                </a:lnTo>
                <a:lnTo>
                  <a:pt x="409670" y="741754"/>
                </a:lnTo>
                <a:lnTo>
                  <a:pt x="372427" y="759591"/>
                </a:lnTo>
                <a:lnTo>
                  <a:pt x="335185" y="777605"/>
                </a:lnTo>
                <a:lnTo>
                  <a:pt x="297942" y="795737"/>
                </a:lnTo>
                <a:lnTo>
                  <a:pt x="260699" y="813927"/>
                </a:lnTo>
                <a:lnTo>
                  <a:pt x="223457" y="832118"/>
                </a:lnTo>
                <a:lnTo>
                  <a:pt x="186214" y="850249"/>
                </a:lnTo>
                <a:lnTo>
                  <a:pt x="148971" y="868263"/>
                </a:lnTo>
                <a:lnTo>
                  <a:pt x="111728" y="886100"/>
                </a:lnTo>
                <a:lnTo>
                  <a:pt x="74486" y="903704"/>
                </a:lnTo>
                <a:lnTo>
                  <a:pt x="37243" y="921018"/>
                </a:lnTo>
                <a:lnTo>
                  <a:pt x="0" y="937985"/>
                </a:lnTo>
                <a:close/>
              </a:path>
            </a:pathLst>
          </a:custGeom>
          <a:solidFill>
            <a:srgbClr val="FFF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ld trend">
            <a:extLst>
              <a:ext uri="{FF2B5EF4-FFF2-40B4-BE49-F238E27FC236}">
                <ns2:creationId id="{577D939D-49AC-4B48-939A-E04A18A951A6}"/>
              </a:ext>
            </a:extLst>
          </p:cNvPr>
          <p:cNvSpPr>
            <a:spLocks noGrp="1"/>
          </p:cNvSpPr>
          <p:nvPr/>
        </p:nvSpPr>
        <p:spPr>
          <a:xfrm>
            <a:off x="485775" y="1786345"/>
            <a:ext cx="3724275" cy="448643"/>
          </a:xfrm>
          <a:custGeom>
            <a:pathLst>
              <a:path w="3724275" h="448643">
                <a:moveTo>
                  <a:pt x="0" y="448643"/>
                </a:moveTo>
                <a:lnTo>
                  <a:pt x="37243" y="431676"/>
                </a:lnTo>
                <a:lnTo>
                  <a:pt x="74486" y="414362"/>
                </a:lnTo>
                <a:lnTo>
                  <a:pt x="111728" y="396758"/>
                </a:lnTo>
                <a:lnTo>
                  <a:pt x="148971" y="378921"/>
                </a:lnTo>
                <a:lnTo>
                  <a:pt x="186214" y="360907"/>
                </a:lnTo>
                <a:lnTo>
                  <a:pt x="223457" y="342776"/>
                </a:lnTo>
                <a:lnTo>
                  <a:pt x="260699" y="324585"/>
                </a:lnTo>
                <a:lnTo>
                  <a:pt x="297942" y="306395"/>
                </a:lnTo>
                <a:lnTo>
                  <a:pt x="335185" y="288263"/>
                </a:lnTo>
                <a:lnTo>
                  <a:pt x="372427" y="270249"/>
                </a:lnTo>
                <a:lnTo>
                  <a:pt x="409670" y="252412"/>
                </a:lnTo>
                <a:lnTo>
                  <a:pt x="446913" y="234808"/>
                </a:lnTo>
                <a:lnTo>
                  <a:pt x="484156" y="217494"/>
                </a:lnTo>
                <a:lnTo>
                  <a:pt x="521399" y="200527"/>
                </a:lnTo>
                <a:lnTo>
                  <a:pt x="558641" y="183960"/>
                </a:lnTo>
                <a:lnTo>
                  <a:pt x="595884" y="167845"/>
                </a:lnTo>
                <a:lnTo>
                  <a:pt x="633127" y="152234"/>
                </a:lnTo>
                <a:lnTo>
                  <a:pt x="670370" y="137175"/>
                </a:lnTo>
                <a:lnTo>
                  <a:pt x="707612" y="122715"/>
                </a:lnTo>
                <a:lnTo>
                  <a:pt x="744855" y="108899"/>
                </a:lnTo>
                <a:lnTo>
                  <a:pt x="782098" y="95768"/>
                </a:lnTo>
                <a:lnTo>
                  <a:pt x="819340" y="83360"/>
                </a:lnTo>
                <a:lnTo>
                  <a:pt x="856583" y="71714"/>
                </a:lnTo>
                <a:lnTo>
                  <a:pt x="893826" y="60860"/>
                </a:lnTo>
                <a:lnTo>
                  <a:pt x="931069" y="50830"/>
                </a:lnTo>
                <a:lnTo>
                  <a:pt x="968312" y="41651"/>
                </a:lnTo>
                <a:lnTo>
                  <a:pt x="1005554" y="33345"/>
                </a:lnTo>
                <a:lnTo>
                  <a:pt x="1042797" y="25933"/>
                </a:lnTo>
                <a:lnTo>
                  <a:pt x="1080040" y="19431"/>
                </a:lnTo>
                <a:lnTo>
                  <a:pt x="1117283" y="13852"/>
                </a:lnTo>
                <a:lnTo>
                  <a:pt x="1154525" y="9206"/>
                </a:lnTo>
                <a:lnTo>
                  <a:pt x="1191768" y="5498"/>
                </a:lnTo>
                <a:lnTo>
                  <a:pt x="1229011" y="2729"/>
                </a:lnTo>
                <a:lnTo>
                  <a:pt x="1266254" y="898"/>
                </a:lnTo>
                <a:lnTo>
                  <a:pt x="1303496" y="0"/>
                </a:lnTo>
                <a:lnTo>
                  <a:pt x="1340739" y="25"/>
                </a:lnTo>
                <a:lnTo>
                  <a:pt x="1377982" y="960"/>
                </a:lnTo>
                <a:lnTo>
                  <a:pt x="1415225" y="2789"/>
                </a:lnTo>
                <a:lnTo>
                  <a:pt x="1452467" y="5491"/>
                </a:lnTo>
                <a:lnTo>
                  <a:pt x="1489710" y="9044"/>
                </a:lnTo>
                <a:lnTo>
                  <a:pt x="1526953" y="13421"/>
                </a:lnTo>
                <a:lnTo>
                  <a:pt x="1564196" y="18590"/>
                </a:lnTo>
                <a:lnTo>
                  <a:pt x="1601438" y="24521"/>
                </a:lnTo>
                <a:lnTo>
                  <a:pt x="1638681" y="31175"/>
                </a:lnTo>
                <a:lnTo>
                  <a:pt x="1675924" y="38514"/>
                </a:lnTo>
                <a:lnTo>
                  <a:pt x="1713167" y="46497"/>
                </a:lnTo>
                <a:lnTo>
                  <a:pt x="1750409" y="55079"/>
                </a:lnTo>
                <a:lnTo>
                  <a:pt x="1787652" y="64213"/>
                </a:lnTo>
                <a:lnTo>
                  <a:pt x="1824895" y="73851"/>
                </a:lnTo>
                <a:lnTo>
                  <a:pt x="1862138" y="83941"/>
                </a:lnTo>
                <a:lnTo>
                  <a:pt x="1899380" y="94431"/>
                </a:lnTo>
                <a:lnTo>
                  <a:pt x="1936623" y="105268"/>
                </a:lnTo>
                <a:lnTo>
                  <a:pt x="1973866" y="116395"/>
                </a:lnTo>
                <a:lnTo>
                  <a:pt x="2011108" y="127755"/>
                </a:lnTo>
                <a:lnTo>
                  <a:pt x="2048351" y="139292"/>
                </a:lnTo>
                <a:lnTo>
                  <a:pt x="2085594" y="150947"/>
                </a:lnTo>
                <a:lnTo>
                  <a:pt x="2122837" y="162660"/>
                </a:lnTo>
                <a:lnTo>
                  <a:pt x="2160079" y="174374"/>
                </a:lnTo>
                <a:lnTo>
                  <a:pt x="2197322" y="186028"/>
                </a:lnTo>
                <a:lnTo>
                  <a:pt x="2234565" y="197565"/>
                </a:lnTo>
                <a:lnTo>
                  <a:pt x="2271808" y="208925"/>
                </a:lnTo>
                <a:lnTo>
                  <a:pt x="2309050" y="220052"/>
                </a:lnTo>
                <a:lnTo>
                  <a:pt x="2346293" y="230889"/>
                </a:lnTo>
                <a:lnTo>
                  <a:pt x="2383536" y="241379"/>
                </a:lnTo>
                <a:lnTo>
                  <a:pt x="2420779" y="251470"/>
                </a:lnTo>
                <a:lnTo>
                  <a:pt x="2458022" y="261107"/>
                </a:lnTo>
                <a:lnTo>
                  <a:pt x="2495264" y="270242"/>
                </a:lnTo>
                <a:lnTo>
                  <a:pt x="2532507" y="278823"/>
                </a:lnTo>
                <a:lnTo>
                  <a:pt x="2569750" y="286806"/>
                </a:lnTo>
                <a:lnTo>
                  <a:pt x="2606993" y="294145"/>
                </a:lnTo>
                <a:lnTo>
                  <a:pt x="2644235" y="300800"/>
                </a:lnTo>
                <a:lnTo>
                  <a:pt x="2681478" y="306730"/>
                </a:lnTo>
                <a:lnTo>
                  <a:pt x="2718721" y="311900"/>
                </a:lnTo>
                <a:lnTo>
                  <a:pt x="2755963" y="316276"/>
                </a:lnTo>
                <a:lnTo>
                  <a:pt x="2793206" y="319829"/>
                </a:lnTo>
                <a:lnTo>
                  <a:pt x="2830449" y="322532"/>
                </a:lnTo>
                <a:lnTo>
                  <a:pt x="2867692" y="324360"/>
                </a:lnTo>
                <a:lnTo>
                  <a:pt x="2904935" y="325296"/>
                </a:lnTo>
                <a:lnTo>
                  <a:pt x="2942177" y="325320"/>
                </a:lnTo>
                <a:lnTo>
                  <a:pt x="2979420" y="324422"/>
                </a:lnTo>
                <a:lnTo>
                  <a:pt x="3016663" y="322591"/>
                </a:lnTo>
                <a:lnTo>
                  <a:pt x="3053906" y="319823"/>
                </a:lnTo>
                <a:lnTo>
                  <a:pt x="3091148" y="316114"/>
                </a:lnTo>
                <a:lnTo>
                  <a:pt x="3128391" y="311468"/>
                </a:lnTo>
                <a:lnTo>
                  <a:pt x="3165634" y="305889"/>
                </a:lnTo>
                <a:lnTo>
                  <a:pt x="3202877" y="299388"/>
                </a:lnTo>
                <a:lnTo>
                  <a:pt x="3240119" y="291975"/>
                </a:lnTo>
                <a:lnTo>
                  <a:pt x="3277362" y="283670"/>
                </a:lnTo>
                <a:lnTo>
                  <a:pt x="3314605" y="274490"/>
                </a:lnTo>
                <a:lnTo>
                  <a:pt x="3351848" y="264460"/>
                </a:lnTo>
                <a:lnTo>
                  <a:pt x="3389090" y="253607"/>
                </a:lnTo>
                <a:lnTo>
                  <a:pt x="3426333" y="241960"/>
                </a:lnTo>
                <a:lnTo>
                  <a:pt x="3463576" y="229553"/>
                </a:lnTo>
                <a:lnTo>
                  <a:pt x="3500818" y="216421"/>
                </a:lnTo>
                <a:lnTo>
                  <a:pt x="3538061" y="202605"/>
                </a:lnTo>
                <a:lnTo>
                  <a:pt x="3575304" y="188145"/>
                </a:lnTo>
                <a:lnTo>
                  <a:pt x="3612547" y="173087"/>
                </a:lnTo>
                <a:lnTo>
                  <a:pt x="3649790" y="157475"/>
                </a:lnTo>
                <a:lnTo>
                  <a:pt x="3687032" y="141361"/>
                </a:lnTo>
                <a:lnTo>
                  <a:pt x="3724275" y="124793"/>
                </a:lnTo>
              </a:path>
            </a:pathLst>
          </a:custGeom>
          <a:noFill/>
          <a:ln w="20003">
            <a:solidFill>
              <a:srgbClr val="717171"/>
            </a:solidFill>
            <a:prstDash val="dash"/>
          </a:ln>
        </p:spPr>
      </p:sp>
      <p:sp>
        <p:nvSpPr>
          <p:cNvPr id="9" name="revised trend">
            <a:extLst>
              <a:ext uri="{FF2B5EF4-FFF2-40B4-BE49-F238E27FC236}">
                <ns2:creationId id="{ABC0A0AB-6070-4E36-B5A0-DCAA92D46E91}"/>
              </a:ext>
            </a:extLst>
          </p:cNvPr>
          <p:cNvSpPr>
            <a:spLocks noGrp="1"/>
          </p:cNvSpPr>
          <p:nvPr/>
        </p:nvSpPr>
        <p:spPr>
          <a:xfrm>
            <a:off x="485775" y="1297003"/>
            <a:ext cx="3724275" cy="553424"/>
          </a:xfrm>
          <a:custGeom>
            <a:pathLst>
              <a:path w="3724275" h="553424">
                <a:moveTo>
                  <a:pt x="0" y="553424"/>
                </a:moveTo>
                <a:lnTo>
                  <a:pt x="37243" y="530661"/>
                </a:lnTo>
                <a:lnTo>
                  <a:pt x="74486" y="507617"/>
                </a:lnTo>
                <a:lnTo>
                  <a:pt x="111728" y="484362"/>
                </a:lnTo>
                <a:lnTo>
                  <a:pt x="148971" y="460966"/>
                </a:lnTo>
                <a:lnTo>
                  <a:pt x="186214" y="437499"/>
                </a:lnTo>
                <a:lnTo>
                  <a:pt x="223457" y="414033"/>
                </a:lnTo>
                <a:lnTo>
                  <a:pt x="260699" y="390636"/>
                </a:lnTo>
                <a:lnTo>
                  <a:pt x="297942" y="367382"/>
                </a:lnTo>
                <a:lnTo>
                  <a:pt x="335185" y="344338"/>
                </a:lnTo>
                <a:lnTo>
                  <a:pt x="372427" y="321575"/>
                </a:lnTo>
                <a:lnTo>
                  <a:pt x="409670" y="299161"/>
                </a:lnTo>
                <a:lnTo>
                  <a:pt x="446913" y="277161"/>
                </a:lnTo>
                <a:lnTo>
                  <a:pt x="484156" y="255642"/>
                </a:lnTo>
                <a:lnTo>
                  <a:pt x="521399" y="234666"/>
                </a:lnTo>
                <a:lnTo>
                  <a:pt x="558641" y="214295"/>
                </a:lnTo>
                <a:lnTo>
                  <a:pt x="595884" y="194586"/>
                </a:lnTo>
                <a:lnTo>
                  <a:pt x="633127" y="175596"/>
                </a:lnTo>
                <a:lnTo>
                  <a:pt x="670370" y="157378"/>
                </a:lnTo>
                <a:lnTo>
                  <a:pt x="707612" y="139982"/>
                </a:lnTo>
                <a:lnTo>
                  <a:pt x="744855" y="123455"/>
                </a:lnTo>
                <a:lnTo>
                  <a:pt x="782098" y="107841"/>
                </a:lnTo>
                <a:lnTo>
                  <a:pt x="819340" y="93178"/>
                </a:lnTo>
                <a:lnTo>
                  <a:pt x="856583" y="79504"/>
                </a:lnTo>
                <a:lnTo>
                  <a:pt x="893826" y="66850"/>
                </a:lnTo>
                <a:lnTo>
                  <a:pt x="931069" y="55245"/>
                </a:lnTo>
                <a:lnTo>
                  <a:pt x="968312" y="44712"/>
                </a:lnTo>
                <a:lnTo>
                  <a:pt x="1005554" y="35272"/>
                </a:lnTo>
                <a:lnTo>
                  <a:pt x="1042797" y="26939"/>
                </a:lnTo>
                <a:lnTo>
                  <a:pt x="1080040" y="19725"/>
                </a:lnTo>
                <a:lnTo>
                  <a:pt x="1117283" y="13637"/>
                </a:lnTo>
                <a:lnTo>
                  <a:pt x="1154525" y="8676"/>
                </a:lnTo>
                <a:lnTo>
                  <a:pt x="1191768" y="4841"/>
                </a:lnTo>
                <a:lnTo>
                  <a:pt x="1229011" y="2125"/>
                </a:lnTo>
                <a:lnTo>
                  <a:pt x="1266254" y="516"/>
                </a:lnTo>
                <a:lnTo>
                  <a:pt x="1303496" y="0"/>
                </a:lnTo>
                <a:lnTo>
                  <a:pt x="1340739" y="556"/>
                </a:lnTo>
                <a:lnTo>
                  <a:pt x="1377982" y="2161"/>
                </a:lnTo>
                <a:lnTo>
                  <a:pt x="1415225" y="4786"/>
                </a:lnTo>
                <a:lnTo>
                  <a:pt x="1452467" y="8400"/>
                </a:lnTo>
                <a:lnTo>
                  <a:pt x="1489710" y="12965"/>
                </a:lnTo>
                <a:lnTo>
                  <a:pt x="1526953" y="18443"/>
                </a:lnTo>
                <a:lnTo>
                  <a:pt x="1564196" y="24790"/>
                </a:lnTo>
                <a:lnTo>
                  <a:pt x="1601438" y="31959"/>
                </a:lnTo>
                <a:lnTo>
                  <a:pt x="1638681" y="39900"/>
                </a:lnTo>
                <a:lnTo>
                  <a:pt x="1675924" y="48560"/>
                </a:lnTo>
                <a:lnTo>
                  <a:pt x="1713167" y="57882"/>
                </a:lnTo>
                <a:lnTo>
                  <a:pt x="1750409" y="67809"/>
                </a:lnTo>
                <a:lnTo>
                  <a:pt x="1787652" y="78279"/>
                </a:lnTo>
                <a:lnTo>
                  <a:pt x="1824895" y="89230"/>
                </a:lnTo>
                <a:lnTo>
                  <a:pt x="1862138" y="100595"/>
                </a:lnTo>
                <a:lnTo>
                  <a:pt x="1899380" y="112309"/>
                </a:lnTo>
                <a:lnTo>
                  <a:pt x="1936623" y="124304"/>
                </a:lnTo>
                <a:lnTo>
                  <a:pt x="1973866" y="136509"/>
                </a:lnTo>
                <a:lnTo>
                  <a:pt x="2011108" y="148857"/>
                </a:lnTo>
                <a:lnTo>
                  <a:pt x="2048351" y="161274"/>
                </a:lnTo>
                <a:lnTo>
                  <a:pt x="2085594" y="173692"/>
                </a:lnTo>
                <a:lnTo>
                  <a:pt x="2122837" y="186039"/>
                </a:lnTo>
                <a:lnTo>
                  <a:pt x="2160079" y="198245"/>
                </a:lnTo>
                <a:lnTo>
                  <a:pt x="2197322" y="210240"/>
                </a:lnTo>
                <a:lnTo>
                  <a:pt x="2234565" y="221954"/>
                </a:lnTo>
                <a:lnTo>
                  <a:pt x="2271808" y="233319"/>
                </a:lnTo>
                <a:lnTo>
                  <a:pt x="2309050" y="244269"/>
                </a:lnTo>
                <a:lnTo>
                  <a:pt x="2346293" y="254740"/>
                </a:lnTo>
                <a:lnTo>
                  <a:pt x="2383536" y="264666"/>
                </a:lnTo>
                <a:lnTo>
                  <a:pt x="2420779" y="273989"/>
                </a:lnTo>
                <a:lnTo>
                  <a:pt x="2458022" y="282649"/>
                </a:lnTo>
                <a:lnTo>
                  <a:pt x="2495264" y="290590"/>
                </a:lnTo>
                <a:lnTo>
                  <a:pt x="2532507" y="297759"/>
                </a:lnTo>
                <a:lnTo>
                  <a:pt x="2569750" y="304106"/>
                </a:lnTo>
                <a:lnTo>
                  <a:pt x="2606993" y="309584"/>
                </a:lnTo>
                <a:lnTo>
                  <a:pt x="2644235" y="314149"/>
                </a:lnTo>
                <a:lnTo>
                  <a:pt x="2681478" y="317763"/>
                </a:lnTo>
                <a:lnTo>
                  <a:pt x="2718721" y="320388"/>
                </a:lnTo>
                <a:lnTo>
                  <a:pt x="2755963" y="321993"/>
                </a:lnTo>
                <a:lnTo>
                  <a:pt x="2793206" y="322549"/>
                </a:lnTo>
                <a:lnTo>
                  <a:pt x="2830449" y="322033"/>
                </a:lnTo>
                <a:lnTo>
                  <a:pt x="2867692" y="320424"/>
                </a:lnTo>
                <a:lnTo>
                  <a:pt x="2904935" y="317708"/>
                </a:lnTo>
                <a:lnTo>
                  <a:pt x="2942177" y="313873"/>
                </a:lnTo>
                <a:lnTo>
                  <a:pt x="2979420" y="308912"/>
                </a:lnTo>
                <a:lnTo>
                  <a:pt x="3016663" y="302824"/>
                </a:lnTo>
                <a:lnTo>
                  <a:pt x="3053906" y="295610"/>
                </a:lnTo>
                <a:lnTo>
                  <a:pt x="3091148" y="287277"/>
                </a:lnTo>
                <a:lnTo>
                  <a:pt x="3128391" y="277837"/>
                </a:lnTo>
                <a:lnTo>
                  <a:pt x="3165634" y="267304"/>
                </a:lnTo>
                <a:lnTo>
                  <a:pt x="3202877" y="255699"/>
                </a:lnTo>
                <a:lnTo>
                  <a:pt x="3240119" y="243045"/>
                </a:lnTo>
                <a:lnTo>
                  <a:pt x="3277362" y="229371"/>
                </a:lnTo>
                <a:lnTo>
                  <a:pt x="3314605" y="214708"/>
                </a:lnTo>
                <a:lnTo>
                  <a:pt x="3351848" y="199094"/>
                </a:lnTo>
                <a:lnTo>
                  <a:pt x="3389090" y="182567"/>
                </a:lnTo>
                <a:lnTo>
                  <a:pt x="3426333" y="165171"/>
                </a:lnTo>
                <a:lnTo>
                  <a:pt x="3463576" y="146953"/>
                </a:lnTo>
                <a:lnTo>
                  <a:pt x="3500818" y="127963"/>
                </a:lnTo>
                <a:lnTo>
                  <a:pt x="3538061" y="108254"/>
                </a:lnTo>
                <a:lnTo>
                  <a:pt x="3575304" y="87882"/>
                </a:lnTo>
                <a:lnTo>
                  <a:pt x="3612547" y="66907"/>
                </a:lnTo>
                <a:lnTo>
                  <a:pt x="3649790" y="45387"/>
                </a:lnTo>
                <a:lnTo>
                  <a:pt x="3687032" y="23388"/>
                </a:lnTo>
                <a:lnTo>
                  <a:pt x="3724275" y="974"/>
                </a:lnTo>
              </a:path>
            </a:pathLst>
          </a:custGeom>
          <a:noFill/>
          <a:ln w="24765">
            <a:solidFill>
              <a:srgbClr val="2878B5"/>
            </a:solidFill>
            <a:prstDash val="solid"/>
          </a:ln>
        </p:spPr>
      </p:sp>
      <p:sp>
        <p:nvSpPr>
          <p:cNvPr id="10" name="historical observation">
            <a:extLst>
              <a:ext uri="{FF2B5EF4-FFF2-40B4-BE49-F238E27FC236}">
                <ns2:creationId id="{982AC7C4-1D31-4DB5-8619-D26D73583325}"/>
              </a:ext>
            </a:extLst>
          </p:cNvPr>
          <p:cNvSpPr>
            <a:spLocks noGrp="1"/>
          </p:cNvSpPr>
          <p:nvPr/>
        </p:nvSpPr>
        <p:spPr>
          <a:xfrm>
            <a:off x="655368" y="1573222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1" name="historical observation">
            <a:extLst>
              <a:ext uri="{FF2B5EF4-FFF2-40B4-BE49-F238E27FC236}">
                <ns2:creationId id="{7A6C708C-D515-4CAB-89A7-974740065EF9}"/>
              </a:ext>
            </a:extLst>
          </p:cNvPr>
          <p:cNvSpPr>
            <a:spLocks noGrp="1"/>
          </p:cNvSpPr>
          <p:nvPr/>
        </p:nvSpPr>
        <p:spPr>
          <a:xfrm>
            <a:off x="1009174" y="1542730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2" name="line">
            <a:extLst>
              <a:ext uri="{FF2B5EF4-FFF2-40B4-BE49-F238E27FC236}">
                <ns2:creationId id="{7BDDE528-84B7-4408-96AD-54D650848155}"/>
              </a:ext>
            </a:extLst>
          </p:cNvPr>
          <p:cNvSpPr>
            <a:spLocks noGrp="1"/>
          </p:cNvSpPr>
          <p:nvPr/>
        </p:nvSpPr>
        <p:spPr>
          <a:xfrm>
            <a:off x="1453229" y="1113200"/>
            <a:ext cx="95" cy="706490"/>
          </a:xfrm>
          <a:custGeom>
            <a:pathLst>
              <a:path w="95" h="706490">
                <a:moveTo>
                  <a:pt x="0" y="0"/>
                </a:moveTo>
                <a:lnTo>
                  <a:pt x="0" y="706490"/>
                </a:lnTo>
              </a:path>
            </a:pathLst>
          </a:custGeom>
          <a:noFill/>
          <a:ln w="18098">
            <a:solidFill>
              <a:srgbClr val="D87A22"/>
            </a:solidFill>
            <a:prstDash val="solid"/>
          </a:ln>
        </p:spPr>
      </p:sp>
      <p:sp>
        <p:nvSpPr>
          <p:cNvPr id="13" name="line">
            <a:extLst>
              <a:ext uri="{FF2B5EF4-FFF2-40B4-BE49-F238E27FC236}">
                <ns2:creationId id="{F55FD719-3B05-46EA-954C-830B2F577AED}"/>
              </a:ext>
            </a:extLst>
          </p:cNvPr>
          <p:cNvSpPr>
            <a:spLocks noGrp="1"/>
          </p:cNvSpPr>
          <p:nvPr/>
        </p:nvSpPr>
        <p:spPr>
          <a:xfrm>
            <a:off x="1529429" y="1113200"/>
            <a:ext cx="95" cy="219075"/>
          </a:xfrm>
          <a:custGeom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8098">
            <a:solidFill>
              <a:srgbClr val="2878B5"/>
            </a:solidFill>
            <a:prstDash val="solid"/>
          </a:ln>
        </p:spPr>
      </p:sp>
      <p:sp>
        <p:nvSpPr>
          <p:cNvPr id="14" name="line">
            <a:extLst>
              <a:ext uri="{FF2B5EF4-FFF2-40B4-BE49-F238E27FC236}">
                <ns2:creationId id="{AB4D2411-CD82-462F-991F-5488AC46A653}"/>
              </a:ext>
            </a:extLst>
          </p:cNvPr>
          <p:cNvSpPr>
            <a:spLocks noGrp="1"/>
          </p:cNvSpPr>
          <p:nvPr/>
        </p:nvSpPr>
        <p:spPr>
          <a:xfrm>
            <a:off x="1415129" y="1819690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D87A22"/>
            </a:solidFill>
            <a:prstDash val="solid"/>
          </a:ln>
        </p:spPr>
      </p:sp>
      <p:sp>
        <p:nvSpPr>
          <p:cNvPr id="15" name="line">
            <a:extLst>
              <a:ext uri="{FF2B5EF4-FFF2-40B4-BE49-F238E27FC236}">
                <ns2:creationId id="{BEC9D1B2-38E0-466A-82FC-1982A190F078}"/>
              </a:ext>
            </a:extLst>
          </p:cNvPr>
          <p:cNvSpPr>
            <a:spLocks noGrp="1"/>
          </p:cNvSpPr>
          <p:nvPr/>
        </p:nvSpPr>
        <p:spPr>
          <a:xfrm>
            <a:off x="1491329" y="1332275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2878B5"/>
            </a:solidFill>
            <a:prstDash val="solid"/>
          </a:ln>
        </p:spPr>
      </p:sp>
      <p:sp>
        <p:nvSpPr>
          <p:cNvPr id="16" name="historical observation">
            <a:extLst>
              <a:ext uri="{FF2B5EF4-FFF2-40B4-BE49-F238E27FC236}">
                <ns2:creationId id="{B917549A-DC3F-4046-B5F2-34F60B8AB949}"/>
              </a:ext>
            </a:extLst>
          </p:cNvPr>
          <p:cNvSpPr>
            <a:spLocks noGrp="1"/>
          </p:cNvSpPr>
          <p:nvPr/>
        </p:nvSpPr>
        <p:spPr>
          <a:xfrm>
            <a:off x="1456087" y="1077957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7" name="historical observation">
            <a:extLst>
              <a:ext uri="{FF2B5EF4-FFF2-40B4-BE49-F238E27FC236}">
                <ns2:creationId id="{24EE39BB-26FD-43EE-9BFF-9B8E8EC467B8}"/>
              </a:ext>
            </a:extLst>
          </p:cNvPr>
          <p:cNvSpPr>
            <a:spLocks noGrp="1"/>
          </p:cNvSpPr>
          <p:nvPr/>
        </p:nvSpPr>
        <p:spPr>
          <a:xfrm>
            <a:off x="2014728" y="1191301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8" name="historical observation">
            <a:extLst>
              <a:ext uri="{FF2B5EF4-FFF2-40B4-BE49-F238E27FC236}">
                <ns2:creationId id="{889A37ED-6A91-425B-AEA9-194381730697}"/>
              </a:ext>
            </a:extLst>
          </p:cNvPr>
          <p:cNvSpPr>
            <a:spLocks noGrp="1"/>
          </p:cNvSpPr>
          <p:nvPr/>
        </p:nvSpPr>
        <p:spPr>
          <a:xfrm>
            <a:off x="2536127" y="1616428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19" name="line">
            <a:extLst>
              <a:ext uri="{FF2B5EF4-FFF2-40B4-BE49-F238E27FC236}">
                <ns2:creationId id="{833160C1-04F2-4BF8-8100-14EDE9D0F443}"/>
              </a:ext>
            </a:extLst>
          </p:cNvPr>
          <p:cNvSpPr>
            <a:spLocks noGrp="1"/>
          </p:cNvSpPr>
          <p:nvPr/>
        </p:nvSpPr>
        <p:spPr>
          <a:xfrm>
            <a:off x="3017425" y="1448709"/>
            <a:ext cx="95" cy="624443"/>
          </a:xfrm>
          <a:custGeom>
            <a:pathLst>
              <a:path w="95" h="624443">
                <a:moveTo>
                  <a:pt x="0" y="0"/>
                </a:moveTo>
                <a:lnTo>
                  <a:pt x="0" y="624443"/>
                </a:lnTo>
              </a:path>
            </a:pathLst>
          </a:custGeom>
          <a:noFill/>
          <a:ln w="18098">
            <a:solidFill>
              <a:srgbClr val="D87A22"/>
            </a:solidFill>
            <a:prstDash val="solid"/>
          </a:ln>
        </p:spPr>
      </p:sp>
      <p:sp>
        <p:nvSpPr>
          <p:cNvPr id="20" name="line">
            <a:extLst>
              <a:ext uri="{FF2B5EF4-FFF2-40B4-BE49-F238E27FC236}">
                <ns2:creationId id="{1FD2BB44-D80D-4A08-AB8A-04D523AE8EF4}"/>
              </a:ext>
            </a:extLst>
          </p:cNvPr>
          <p:cNvSpPr>
            <a:spLocks noGrp="1"/>
          </p:cNvSpPr>
          <p:nvPr/>
        </p:nvSpPr>
        <p:spPr>
          <a:xfrm>
            <a:off x="3093625" y="1448709"/>
            <a:ext cx="95" cy="152400"/>
          </a:xfrm>
          <a:custGeom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8098">
            <a:solidFill>
              <a:srgbClr val="2878B5"/>
            </a:solidFill>
            <a:prstDash val="solid"/>
          </a:ln>
        </p:spPr>
      </p:sp>
      <p:sp>
        <p:nvSpPr>
          <p:cNvPr id="21" name="line">
            <a:extLst>
              <a:ext uri="{FF2B5EF4-FFF2-40B4-BE49-F238E27FC236}">
                <ns2:creationId id="{3BCADBE3-1CB4-4B01-831B-43F7E3C6E665}"/>
              </a:ext>
            </a:extLst>
          </p:cNvPr>
          <p:cNvSpPr>
            <a:spLocks noGrp="1"/>
          </p:cNvSpPr>
          <p:nvPr/>
        </p:nvSpPr>
        <p:spPr>
          <a:xfrm>
            <a:off x="2979325" y="2073151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D87A22"/>
            </a:solidFill>
            <a:prstDash val="solid"/>
          </a:ln>
        </p:spPr>
      </p:sp>
      <p:sp>
        <p:nvSpPr>
          <p:cNvPr id="22" name="line">
            <a:extLst>
              <a:ext uri="{FF2B5EF4-FFF2-40B4-BE49-F238E27FC236}">
                <ns2:creationId id="{34425525-BD84-42E6-BBF5-74BB251E2A21}"/>
              </a:ext>
            </a:extLst>
          </p:cNvPr>
          <p:cNvSpPr>
            <a:spLocks noGrp="1"/>
          </p:cNvSpPr>
          <p:nvPr/>
        </p:nvSpPr>
        <p:spPr>
          <a:xfrm>
            <a:off x="3055525" y="1601109"/>
            <a:ext cx="76200" cy="95"/>
          </a:xfrm>
          <a:custGeom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4288">
            <a:solidFill>
              <a:srgbClr val="2878B5"/>
            </a:solidFill>
            <a:prstDash val="solid"/>
          </a:ln>
        </p:spPr>
      </p:sp>
      <p:sp>
        <p:nvSpPr>
          <p:cNvPr id="23" name="historical observation">
            <a:extLst>
              <a:ext uri="{FF2B5EF4-FFF2-40B4-BE49-F238E27FC236}">
                <ns2:creationId id="{65356E09-04D2-4DF6-9703-4D92ED986084}"/>
              </a:ext>
            </a:extLst>
          </p:cNvPr>
          <p:cNvSpPr>
            <a:spLocks noGrp="1"/>
          </p:cNvSpPr>
          <p:nvPr/>
        </p:nvSpPr>
        <p:spPr>
          <a:xfrm>
            <a:off x="3020282" y="1413466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4" name="historical observation">
            <a:extLst>
              <a:ext uri="{FF2B5EF4-FFF2-40B4-BE49-F238E27FC236}">
                <ns2:creationId id="{ACBF4068-54BA-457F-9C1F-26C5946AEA2F}"/>
              </a:ext>
            </a:extLst>
          </p:cNvPr>
          <p:cNvSpPr>
            <a:spLocks noGrp="1"/>
          </p:cNvSpPr>
          <p:nvPr/>
        </p:nvSpPr>
        <p:spPr>
          <a:xfrm>
            <a:off x="3467195" y="1688409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5" name="historical observation">
            <a:extLst>
              <a:ext uri="{FF2B5EF4-FFF2-40B4-BE49-F238E27FC236}">
                <ns2:creationId id="{DBB52EAB-5074-4D2C-9B3C-DFD1ABDB6FCB}"/>
              </a:ext>
            </a:extLst>
          </p:cNvPr>
          <p:cNvSpPr>
            <a:spLocks noGrp="1"/>
          </p:cNvSpPr>
          <p:nvPr/>
        </p:nvSpPr>
        <p:spPr>
          <a:xfrm>
            <a:off x="3914108" y="1322988"/>
            <a:ext cx="70485" cy="70485"/>
          </a:xfrm>
          <a:prstGeom prst="ellipse">
            <a:avLst/>
          </a:prstGeom>
          <a:solidFill>
            <a:srgbClr val="202020"/>
          </a:solidFill>
          <a:ln w="0">
            <a:noFill/>
            <a:prstDash val="solid"/>
          </a:ln>
        </p:spPr>
      </p:sp>
      <p:sp>
        <p:nvSpPr>
          <p:cNvPr id="26" name="old trend">
            <a:extLst>
              <a:ext uri="{FF2B5EF4-FFF2-40B4-BE49-F238E27FC236}">
                <ns2:creationId id="{0B8BE628-26E8-4004-824C-499E914AD627}"/>
              </a:ext>
            </a:extLst>
          </p:cNvPr>
          <p:cNvSpPr>
            <a:spLocks noGrp="1"/>
          </p:cNvSpPr>
          <p:nvPr/>
        </p:nvSpPr>
        <p:spPr>
          <a:xfrm>
            <a:off x="2971800" y="2219325"/>
            <a:ext cx="12477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old trend</a:t>
            </a:r>
          </a:p>
        </p:txBody>
      </p:sp>
      <p:sp>
        <p:nvSpPr>
          <p:cNvPr id="27" name="revised trend">
            <a:extLst>
              <a:ext uri="{FF2B5EF4-FFF2-40B4-BE49-F238E27FC236}">
                <ns2:creationId id="{C492B32A-5873-44B5-B754-FB737582B0B6}"/>
              </a:ext>
            </a:extLst>
          </p:cNvPr>
          <p:cNvSpPr>
            <a:spLocks noGrp="1"/>
          </p:cNvSpPr>
          <p:nvPr/>
        </p:nvSpPr>
        <p:spPr>
          <a:xfrm>
            <a:off x="2724150" y="942975"/>
            <a:ext cx="15144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revised trend</a:t>
            </a:r>
          </a:p>
        </p:txBody>
      </p:sp>
      <p:sp>
        <p:nvSpPr>
          <p:cNvPr id="28" name="same observations, changed residuals">
            <a:extLst>
              <a:ext uri="{FF2B5EF4-FFF2-40B4-BE49-F238E27FC236}">
                <ns2:creationId id="{A49DC835-62D8-48D3-8BFE-93B01A267F37}"/>
              </a:ext>
            </a:extLst>
          </p:cNvPr>
          <p:cNvSpPr>
            <a:spLocks noGrp="1"/>
          </p:cNvSpPr>
          <p:nvPr/>
        </p:nvSpPr>
        <p:spPr>
          <a:xfrm>
            <a:off x="266700" y="2771775"/>
            <a:ext cx="422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same observations, changed residuals</a:t>
            </a:r>
          </a:p>
        </p:txBody>
      </p:sp>
      <p:sp>
        <p:nvSpPr>
          <p:cNvPr id="29" name="math-0">
            <a:extLst>
              <a:ext uri="{FF2B5EF4-FFF2-40B4-BE49-F238E27FC236}">
                <ns2:creationId id="{BF7F5C95-7893-401C-B72F-8DF8969A35C4}"/>
              </a:ext>
            </a:extLst>
          </p:cNvPr>
          <p:cNvSpPr>
            <a:spLocks noGrp="1"/>
          </p:cNvSpPr>
          <p:nvPr/>
        </p:nvSpPr>
        <p:spPr>
          <a:xfrm>
            <a:off x="209550" y="3171825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Δ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h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= −</a:t>
            </a:r>
            <a:r>
              <a:rPr lang="en-US" sz="2700" b="0" i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700" b="0" i="1" baseline="-2400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uβ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Δ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β</a:t>
            </a:r>
            <a:endParaRPr lang="en-US" sz="2700"/>
          </a:p>
        </p:txBody>
      </p:sp>
      <p:sp>
        <p:nvSpPr>
          <p:cNvPr id="30" name="expanded horizon">
            <a:extLst>
              <a:ext uri="{FF2B5EF4-FFF2-40B4-BE49-F238E27FC236}">
                <ns2:creationId id="{6494B084-811B-46BD-A131-008AC309CB41}"/>
              </a:ext>
            </a:extLst>
          </p:cNvPr>
          <p:cNvSpPr>
            <a:spLocks noGrp="1"/>
          </p:cNvSpPr>
          <p:nvPr/>
        </p:nvSpPr>
        <p:spPr>
          <a:xfrm>
            <a:off x="7809929" y="1057275"/>
            <a:ext cx="1324546" cy="1609725"/>
          </a:xfrm>
          <a:prstGeom prst="rect">
            <a:avLst/>
          </a:prstGeom>
          <a:solidFill>
            <a:srgbClr val="F1F6FB"/>
          </a:solidFill>
          <a:ln w="0">
            <a:noFill/>
            <a:prstDash val="solid"/>
          </a:ln>
        </p:spPr>
      </p:sp>
      <p:sp>
        <p:nvSpPr>
          <p:cNvPr id="31" name="line">
            <a:extLst>
              <a:ext uri="{FF2B5EF4-FFF2-40B4-BE49-F238E27FC236}">
                <ns2:creationId id="{A8CF7F15-518F-4B88-A6B8-0AC3FF1A8FE9}"/>
              </a:ext>
            </a:extLst>
          </p:cNvPr>
          <p:cNvSpPr>
            <a:spLocks noGrp="1"/>
          </p:cNvSpPr>
          <p:nvPr/>
        </p:nvSpPr>
        <p:spPr>
          <a:xfrm>
            <a:off x="5238750" y="1057275"/>
            <a:ext cx="95" cy="1609725"/>
          </a:xfrm>
          <a:custGeom>
            <a:pathLst>
              <a:path w="95" h="1609725">
                <a:moveTo>
                  <a:pt x="0" y="0"/>
                </a:moveTo>
                <a:lnTo>
                  <a:pt x="0" y="1609725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32" name="line">
            <a:extLst>
              <a:ext uri="{FF2B5EF4-FFF2-40B4-BE49-F238E27FC236}">
                <ns2:creationId id="{4067AB98-6800-4158-8F34-5EE371C7C1B6}"/>
              </a:ext>
            </a:extLst>
          </p:cNvPr>
          <p:cNvSpPr>
            <a:spLocks noGrp="1"/>
          </p:cNvSpPr>
          <p:nvPr/>
        </p:nvSpPr>
        <p:spPr>
          <a:xfrm>
            <a:off x="5238750" y="2667000"/>
            <a:ext cx="4086225" cy="95"/>
          </a:xfrm>
          <a:custGeom>
            <a:pathLst>
              <a:path w="4086225" h="95">
                <a:moveTo>
                  <a:pt x="0" y="0"/>
                </a:moveTo>
                <a:lnTo>
                  <a:pt x="4086225" y="0"/>
                </a:lnTo>
              </a:path>
            </a:pathLst>
          </a:custGeom>
          <a:noFill/>
          <a:ln w="12859">
            <a:solidFill>
              <a:srgbClr val="202020"/>
            </a:solidFill>
            <a:prstDash val="solid"/>
          </a:ln>
        </p:spPr>
      </p:sp>
      <p:sp>
        <p:nvSpPr>
          <p:cNvPr id="33" name="line">
            <a:extLst>
              <a:ext uri="{FF2B5EF4-FFF2-40B4-BE49-F238E27FC236}">
                <ns2:creationId id="{D85E44EA-BED6-4333-AA13-C91D63F78BA9}"/>
              </a:ext>
            </a:extLst>
          </p:cNvPr>
          <p:cNvSpPr>
            <a:spLocks noGrp="1"/>
          </p:cNvSpPr>
          <p:nvPr/>
        </p:nvSpPr>
        <p:spPr>
          <a:xfrm>
            <a:off x="5238750" y="1819275"/>
            <a:ext cx="3895725" cy="95"/>
          </a:xfrm>
          <a:custGeom>
            <a:pathLst>
              <a:path w="3895725" h="95">
                <a:moveTo>
                  <a:pt x="0" y="0"/>
                </a:moveTo>
                <a:lnTo>
                  <a:pt x="3895725" y="0"/>
                </a:lnTo>
              </a:path>
            </a:pathLst>
          </a:custGeom>
          <a:noFill/>
          <a:ln w="8573">
            <a:solidFill>
              <a:srgbClr val="E0E0E0"/>
            </a:solidFill>
            <a:prstDash val="solid"/>
          </a:ln>
        </p:spPr>
      </p:sp>
      <p:sp>
        <p:nvSpPr>
          <p:cNvPr id="34" name="line">
            <a:extLst>
              <a:ext uri="{FF2B5EF4-FFF2-40B4-BE49-F238E27FC236}">
                <ns2:creationId id="{43C98F06-6765-433A-A7B6-CC8CBBBCC6B2}"/>
              </a:ext>
            </a:extLst>
          </p:cNvPr>
          <p:cNvSpPr>
            <a:spLocks noGrp="1"/>
          </p:cNvSpPr>
          <p:nvPr/>
        </p:nvSpPr>
        <p:spPr>
          <a:xfrm>
            <a:off x="7809929" y="1000125"/>
            <a:ext cx="95" cy="1666875"/>
          </a:xfrm>
          <a:custGeom>
            <a:pathLst>
              <a:path w="95" h="1666875">
                <a:moveTo>
                  <a:pt x="0" y="0"/>
                </a:moveTo>
                <a:lnTo>
                  <a:pt x="0" y="1666875"/>
                </a:lnTo>
              </a:path>
            </a:pathLst>
          </a:custGeom>
          <a:noFill/>
          <a:ln w="11430">
            <a:solidFill>
              <a:srgbClr val="D3D3D3"/>
            </a:solidFill>
            <a:prstDash val="dash"/>
          </a:ln>
        </p:spPr>
      </p:sp>
      <p:sp>
        <p:nvSpPr>
          <p:cNvPr id="35" name="line">
            <a:extLst>
              <a:ext uri="{FF2B5EF4-FFF2-40B4-BE49-F238E27FC236}">
                <ns2:creationId id="{D69BD5A0-D23E-449C-ABC5-6EE235DF87A2}"/>
              </a:ext>
            </a:extLst>
          </p:cNvPr>
          <p:cNvSpPr>
            <a:spLocks noGrp="1"/>
          </p:cNvSpPr>
          <p:nvPr/>
        </p:nvSpPr>
        <p:spPr>
          <a:xfrm>
            <a:off x="9134475" y="1000125"/>
            <a:ext cx="95" cy="1666875"/>
          </a:xfrm>
          <a:custGeom>
            <a:pathLst>
              <a:path w="95" h="1666875">
                <a:moveTo>
                  <a:pt x="0" y="0"/>
                </a:moveTo>
                <a:lnTo>
                  <a:pt x="0" y="1666875"/>
                </a:lnTo>
              </a:path>
            </a:pathLst>
          </a:custGeom>
          <a:noFill/>
          <a:ln w="11430">
            <a:solidFill>
              <a:srgbClr val="D3D3D3"/>
            </a:solidFill>
            <a:prstDash val="dash"/>
          </a:ln>
        </p:spPr>
      </p:sp>
      <p:sp>
        <p:nvSpPr>
          <p:cNvPr id="36" name="old normalized basis 0">
            <a:extLst>
              <a:ext uri="{FF2B5EF4-FFF2-40B4-BE49-F238E27FC236}">
                <ns2:creationId id="{BB008E24-04F7-4748-BA07-CCF5FA34770E}"/>
              </a:ext>
            </a:extLst>
          </p:cNvPr>
          <p:cNvSpPr>
            <a:spLocks noGrp="1"/>
          </p:cNvSpPr>
          <p:nvPr/>
        </p:nvSpPr>
        <p:spPr>
          <a:xfrm>
            <a:off x="5238750" y="1529681"/>
            <a:ext cx="2571179" cy="95"/>
          </a:xfrm>
          <a:custGeom>
            <a:pathLst>
              <a:path w="2571179" h="95">
                <a:moveTo>
                  <a:pt x="0" y="0"/>
                </a:moveTo>
                <a:lnTo>
                  <a:pt x="25712" y="0"/>
                </a:lnTo>
                <a:lnTo>
                  <a:pt x="51424" y="0"/>
                </a:lnTo>
                <a:lnTo>
                  <a:pt x="77135" y="0"/>
                </a:lnTo>
                <a:lnTo>
                  <a:pt x="102847" y="0"/>
                </a:lnTo>
                <a:lnTo>
                  <a:pt x="128559" y="0"/>
                </a:lnTo>
                <a:lnTo>
                  <a:pt x="154271" y="0"/>
                </a:lnTo>
                <a:lnTo>
                  <a:pt x="179982" y="0"/>
                </a:lnTo>
                <a:lnTo>
                  <a:pt x="205694" y="0"/>
                </a:lnTo>
                <a:lnTo>
                  <a:pt x="231406" y="0"/>
                </a:lnTo>
                <a:lnTo>
                  <a:pt x="257118" y="0"/>
                </a:lnTo>
                <a:lnTo>
                  <a:pt x="282830" y="0"/>
                </a:lnTo>
                <a:lnTo>
                  <a:pt x="308541" y="0"/>
                </a:lnTo>
                <a:lnTo>
                  <a:pt x="334253" y="0"/>
                </a:lnTo>
                <a:lnTo>
                  <a:pt x="359965" y="0"/>
                </a:lnTo>
                <a:lnTo>
                  <a:pt x="385677" y="0"/>
                </a:lnTo>
                <a:lnTo>
                  <a:pt x="411389" y="0"/>
                </a:lnTo>
                <a:lnTo>
                  <a:pt x="437100" y="0"/>
                </a:lnTo>
                <a:lnTo>
                  <a:pt x="462812" y="0"/>
                </a:lnTo>
                <a:lnTo>
                  <a:pt x="488524" y="0"/>
                </a:lnTo>
                <a:lnTo>
                  <a:pt x="514236" y="0"/>
                </a:lnTo>
                <a:lnTo>
                  <a:pt x="539947" y="0"/>
                </a:lnTo>
                <a:lnTo>
                  <a:pt x="565659" y="0"/>
                </a:lnTo>
                <a:lnTo>
                  <a:pt x="591371" y="0"/>
                </a:lnTo>
                <a:lnTo>
                  <a:pt x="617083" y="0"/>
                </a:lnTo>
                <a:lnTo>
                  <a:pt x="642795" y="0"/>
                </a:lnTo>
                <a:lnTo>
                  <a:pt x="668506" y="0"/>
                </a:lnTo>
                <a:lnTo>
                  <a:pt x="694218" y="0"/>
                </a:lnTo>
                <a:lnTo>
                  <a:pt x="719930" y="0"/>
                </a:lnTo>
                <a:lnTo>
                  <a:pt x="745642" y="0"/>
                </a:lnTo>
                <a:lnTo>
                  <a:pt x="771354" y="0"/>
                </a:lnTo>
                <a:lnTo>
                  <a:pt x="797065" y="0"/>
                </a:lnTo>
                <a:lnTo>
                  <a:pt x="822777" y="0"/>
                </a:lnTo>
                <a:lnTo>
                  <a:pt x="848489" y="0"/>
                </a:lnTo>
                <a:lnTo>
                  <a:pt x="874201" y="0"/>
                </a:lnTo>
                <a:lnTo>
                  <a:pt x="899912" y="0"/>
                </a:lnTo>
                <a:lnTo>
                  <a:pt x="925624" y="0"/>
                </a:lnTo>
                <a:lnTo>
                  <a:pt x="951336" y="0"/>
                </a:lnTo>
                <a:lnTo>
                  <a:pt x="977048" y="0"/>
                </a:lnTo>
                <a:lnTo>
                  <a:pt x="1002760" y="0"/>
                </a:lnTo>
                <a:lnTo>
                  <a:pt x="1028471" y="0"/>
                </a:lnTo>
                <a:lnTo>
                  <a:pt x="1054183" y="0"/>
                </a:lnTo>
                <a:lnTo>
                  <a:pt x="1079895" y="0"/>
                </a:lnTo>
                <a:lnTo>
                  <a:pt x="1105607" y="0"/>
                </a:lnTo>
                <a:lnTo>
                  <a:pt x="1131319" y="0"/>
                </a:lnTo>
                <a:lnTo>
                  <a:pt x="1157030" y="0"/>
                </a:lnTo>
                <a:lnTo>
                  <a:pt x="1182742" y="0"/>
                </a:lnTo>
                <a:lnTo>
                  <a:pt x="1208454" y="0"/>
                </a:lnTo>
                <a:lnTo>
                  <a:pt x="1234166" y="0"/>
                </a:lnTo>
                <a:lnTo>
                  <a:pt x="1259877" y="0"/>
                </a:lnTo>
                <a:lnTo>
                  <a:pt x="1285589" y="0"/>
                </a:lnTo>
                <a:lnTo>
                  <a:pt x="1311301" y="0"/>
                </a:lnTo>
                <a:lnTo>
                  <a:pt x="1337013" y="0"/>
                </a:lnTo>
                <a:lnTo>
                  <a:pt x="1362725" y="0"/>
                </a:lnTo>
                <a:lnTo>
                  <a:pt x="1388436" y="0"/>
                </a:lnTo>
                <a:lnTo>
                  <a:pt x="1414148" y="0"/>
                </a:lnTo>
                <a:lnTo>
                  <a:pt x="1439860" y="0"/>
                </a:lnTo>
                <a:lnTo>
                  <a:pt x="1465572" y="0"/>
                </a:lnTo>
                <a:lnTo>
                  <a:pt x="1491284" y="0"/>
                </a:lnTo>
                <a:lnTo>
                  <a:pt x="1516995" y="0"/>
                </a:lnTo>
                <a:lnTo>
                  <a:pt x="1542707" y="0"/>
                </a:lnTo>
                <a:lnTo>
                  <a:pt x="1568419" y="0"/>
                </a:lnTo>
                <a:lnTo>
                  <a:pt x="1594131" y="0"/>
                </a:lnTo>
                <a:lnTo>
                  <a:pt x="1619842" y="0"/>
                </a:lnTo>
                <a:lnTo>
                  <a:pt x="1645554" y="0"/>
                </a:lnTo>
                <a:lnTo>
                  <a:pt x="1671266" y="0"/>
                </a:lnTo>
                <a:lnTo>
                  <a:pt x="1696978" y="0"/>
                </a:lnTo>
                <a:lnTo>
                  <a:pt x="1722690" y="0"/>
                </a:lnTo>
                <a:lnTo>
                  <a:pt x="1748401" y="0"/>
                </a:lnTo>
                <a:lnTo>
                  <a:pt x="1774113" y="0"/>
                </a:lnTo>
                <a:lnTo>
                  <a:pt x="1799825" y="0"/>
                </a:lnTo>
                <a:lnTo>
                  <a:pt x="1825537" y="0"/>
                </a:lnTo>
                <a:lnTo>
                  <a:pt x="1851249" y="0"/>
                </a:lnTo>
                <a:lnTo>
                  <a:pt x="1876960" y="0"/>
                </a:lnTo>
                <a:lnTo>
                  <a:pt x="1902672" y="0"/>
                </a:lnTo>
                <a:lnTo>
                  <a:pt x="1928384" y="0"/>
                </a:lnTo>
                <a:lnTo>
                  <a:pt x="1954096" y="0"/>
                </a:lnTo>
                <a:lnTo>
                  <a:pt x="1979807" y="0"/>
                </a:lnTo>
                <a:lnTo>
                  <a:pt x="2005519" y="0"/>
                </a:lnTo>
                <a:lnTo>
                  <a:pt x="2031231" y="0"/>
                </a:lnTo>
                <a:lnTo>
                  <a:pt x="2056943" y="0"/>
                </a:lnTo>
                <a:lnTo>
                  <a:pt x="2082655" y="0"/>
                </a:lnTo>
                <a:lnTo>
                  <a:pt x="2108366" y="0"/>
                </a:lnTo>
                <a:lnTo>
                  <a:pt x="2134078" y="0"/>
                </a:lnTo>
                <a:lnTo>
                  <a:pt x="2159790" y="0"/>
                </a:lnTo>
                <a:lnTo>
                  <a:pt x="2185502" y="0"/>
                </a:lnTo>
                <a:lnTo>
                  <a:pt x="2211214" y="0"/>
                </a:lnTo>
                <a:lnTo>
                  <a:pt x="2236925" y="0"/>
                </a:lnTo>
                <a:lnTo>
                  <a:pt x="2262637" y="0"/>
                </a:lnTo>
                <a:lnTo>
                  <a:pt x="2288349" y="0"/>
                </a:lnTo>
                <a:lnTo>
                  <a:pt x="2314061" y="0"/>
                </a:lnTo>
                <a:lnTo>
                  <a:pt x="2339772" y="0"/>
                </a:lnTo>
                <a:lnTo>
                  <a:pt x="2365484" y="0"/>
                </a:lnTo>
                <a:lnTo>
                  <a:pt x="2391196" y="0"/>
                </a:lnTo>
                <a:lnTo>
                  <a:pt x="2416908" y="0"/>
                </a:lnTo>
                <a:lnTo>
                  <a:pt x="2442620" y="0"/>
                </a:lnTo>
                <a:lnTo>
                  <a:pt x="2468331" y="0"/>
                </a:lnTo>
                <a:lnTo>
                  <a:pt x="2494043" y="0"/>
                </a:lnTo>
                <a:lnTo>
                  <a:pt x="2519755" y="0"/>
                </a:lnTo>
                <a:lnTo>
                  <a:pt x="2545467" y="0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2878B5"/>
            </a:solidFill>
            <a:prstDash val="dash"/>
          </a:ln>
        </p:spPr>
      </p:sp>
      <p:sp>
        <p:nvSpPr>
          <p:cNvPr id="37" name="old normalized basis 1">
            <a:extLst>
              <a:ext uri="{FF2B5EF4-FFF2-40B4-BE49-F238E27FC236}">
                <ns2:creationId id="{0E712E29-DE5A-4344-B40E-449458F3E185}"/>
              </a:ext>
            </a:extLst>
          </p:cNvPr>
          <p:cNvSpPr>
            <a:spLocks noGrp="1"/>
          </p:cNvSpPr>
          <p:nvPr/>
        </p:nvSpPr>
        <p:spPr>
          <a:xfrm>
            <a:off x="5238750" y="1317683"/>
            <a:ext cx="2571179" cy="1003184"/>
          </a:xfrm>
          <a:custGeom>
            <a:pathLst>
              <a:path w="2571179" h="1003184">
                <a:moveTo>
                  <a:pt x="0" y="1003184"/>
                </a:moveTo>
                <a:lnTo>
                  <a:pt x="25712" y="993152"/>
                </a:lnTo>
                <a:lnTo>
                  <a:pt x="51424" y="983120"/>
                </a:lnTo>
                <a:lnTo>
                  <a:pt x="77135" y="973088"/>
                </a:lnTo>
                <a:lnTo>
                  <a:pt x="102847" y="963057"/>
                </a:lnTo>
                <a:lnTo>
                  <a:pt x="128559" y="953025"/>
                </a:lnTo>
                <a:lnTo>
                  <a:pt x="154271" y="942993"/>
                </a:lnTo>
                <a:lnTo>
                  <a:pt x="179982" y="932961"/>
                </a:lnTo>
                <a:lnTo>
                  <a:pt x="205694" y="922929"/>
                </a:lnTo>
                <a:lnTo>
                  <a:pt x="231406" y="912897"/>
                </a:lnTo>
                <a:lnTo>
                  <a:pt x="257118" y="902866"/>
                </a:lnTo>
                <a:lnTo>
                  <a:pt x="282830" y="892834"/>
                </a:lnTo>
                <a:lnTo>
                  <a:pt x="308541" y="882802"/>
                </a:lnTo>
                <a:lnTo>
                  <a:pt x="334253" y="872770"/>
                </a:lnTo>
                <a:lnTo>
                  <a:pt x="359965" y="862738"/>
                </a:lnTo>
                <a:lnTo>
                  <a:pt x="385677" y="852706"/>
                </a:lnTo>
                <a:lnTo>
                  <a:pt x="411389" y="842675"/>
                </a:lnTo>
                <a:lnTo>
                  <a:pt x="437100" y="832643"/>
                </a:lnTo>
                <a:lnTo>
                  <a:pt x="462812" y="822611"/>
                </a:lnTo>
                <a:lnTo>
                  <a:pt x="488524" y="812579"/>
                </a:lnTo>
                <a:lnTo>
                  <a:pt x="514236" y="802547"/>
                </a:lnTo>
                <a:lnTo>
                  <a:pt x="539947" y="792515"/>
                </a:lnTo>
                <a:lnTo>
                  <a:pt x="565659" y="782484"/>
                </a:lnTo>
                <a:lnTo>
                  <a:pt x="591371" y="772452"/>
                </a:lnTo>
                <a:lnTo>
                  <a:pt x="617083" y="762420"/>
                </a:lnTo>
                <a:lnTo>
                  <a:pt x="642795" y="752388"/>
                </a:lnTo>
                <a:lnTo>
                  <a:pt x="668506" y="742356"/>
                </a:lnTo>
                <a:lnTo>
                  <a:pt x="694218" y="732324"/>
                </a:lnTo>
                <a:lnTo>
                  <a:pt x="719930" y="722292"/>
                </a:lnTo>
                <a:lnTo>
                  <a:pt x="745642" y="712261"/>
                </a:lnTo>
                <a:lnTo>
                  <a:pt x="771354" y="702229"/>
                </a:lnTo>
                <a:lnTo>
                  <a:pt x="797065" y="692197"/>
                </a:lnTo>
                <a:lnTo>
                  <a:pt x="822777" y="682165"/>
                </a:lnTo>
                <a:lnTo>
                  <a:pt x="848489" y="672133"/>
                </a:lnTo>
                <a:lnTo>
                  <a:pt x="874201" y="662101"/>
                </a:lnTo>
                <a:lnTo>
                  <a:pt x="899912" y="652070"/>
                </a:lnTo>
                <a:lnTo>
                  <a:pt x="925624" y="642038"/>
                </a:lnTo>
                <a:lnTo>
                  <a:pt x="951336" y="632006"/>
                </a:lnTo>
                <a:lnTo>
                  <a:pt x="977048" y="621974"/>
                </a:lnTo>
                <a:lnTo>
                  <a:pt x="1002760" y="611942"/>
                </a:lnTo>
                <a:lnTo>
                  <a:pt x="1028471" y="601910"/>
                </a:lnTo>
                <a:lnTo>
                  <a:pt x="1054183" y="591879"/>
                </a:lnTo>
                <a:lnTo>
                  <a:pt x="1079895" y="581847"/>
                </a:lnTo>
                <a:lnTo>
                  <a:pt x="1105607" y="571815"/>
                </a:lnTo>
                <a:lnTo>
                  <a:pt x="1131319" y="561783"/>
                </a:lnTo>
                <a:lnTo>
                  <a:pt x="1157030" y="551751"/>
                </a:lnTo>
                <a:lnTo>
                  <a:pt x="1182742" y="541719"/>
                </a:lnTo>
                <a:lnTo>
                  <a:pt x="1208454" y="531688"/>
                </a:lnTo>
                <a:lnTo>
                  <a:pt x="1234166" y="521656"/>
                </a:lnTo>
                <a:lnTo>
                  <a:pt x="1259877" y="511624"/>
                </a:lnTo>
                <a:lnTo>
                  <a:pt x="1285589" y="501592"/>
                </a:lnTo>
                <a:lnTo>
                  <a:pt x="1311301" y="491560"/>
                </a:lnTo>
                <a:lnTo>
                  <a:pt x="1337013" y="481528"/>
                </a:lnTo>
                <a:lnTo>
                  <a:pt x="1362725" y="471496"/>
                </a:lnTo>
                <a:lnTo>
                  <a:pt x="1388436" y="461465"/>
                </a:lnTo>
                <a:lnTo>
                  <a:pt x="1414148" y="451433"/>
                </a:lnTo>
                <a:lnTo>
                  <a:pt x="1439860" y="441401"/>
                </a:lnTo>
                <a:lnTo>
                  <a:pt x="1465572" y="431369"/>
                </a:lnTo>
                <a:lnTo>
                  <a:pt x="1491284" y="421337"/>
                </a:lnTo>
                <a:lnTo>
                  <a:pt x="1516995" y="411305"/>
                </a:lnTo>
                <a:lnTo>
                  <a:pt x="1542707" y="401274"/>
                </a:lnTo>
                <a:lnTo>
                  <a:pt x="1568419" y="391242"/>
                </a:lnTo>
                <a:lnTo>
                  <a:pt x="1594131" y="381210"/>
                </a:lnTo>
                <a:lnTo>
                  <a:pt x="1619842" y="371178"/>
                </a:lnTo>
                <a:lnTo>
                  <a:pt x="1645554" y="361146"/>
                </a:lnTo>
                <a:lnTo>
                  <a:pt x="1671266" y="351114"/>
                </a:lnTo>
                <a:lnTo>
                  <a:pt x="1696978" y="341083"/>
                </a:lnTo>
                <a:lnTo>
                  <a:pt x="1722690" y="331051"/>
                </a:lnTo>
                <a:lnTo>
                  <a:pt x="1748401" y="321019"/>
                </a:lnTo>
                <a:lnTo>
                  <a:pt x="1774113" y="310987"/>
                </a:lnTo>
                <a:lnTo>
                  <a:pt x="1799825" y="300955"/>
                </a:lnTo>
                <a:lnTo>
                  <a:pt x="1825537" y="290923"/>
                </a:lnTo>
                <a:lnTo>
                  <a:pt x="1851249" y="280892"/>
                </a:lnTo>
                <a:lnTo>
                  <a:pt x="1876960" y="270860"/>
                </a:lnTo>
                <a:lnTo>
                  <a:pt x="1902672" y="260828"/>
                </a:lnTo>
                <a:lnTo>
                  <a:pt x="1928384" y="250796"/>
                </a:lnTo>
                <a:lnTo>
                  <a:pt x="1954096" y="240764"/>
                </a:lnTo>
                <a:lnTo>
                  <a:pt x="1979807" y="230732"/>
                </a:lnTo>
                <a:lnTo>
                  <a:pt x="2005519" y="220700"/>
                </a:lnTo>
                <a:lnTo>
                  <a:pt x="2031231" y="210669"/>
                </a:lnTo>
                <a:lnTo>
                  <a:pt x="2056943" y="200637"/>
                </a:lnTo>
                <a:lnTo>
                  <a:pt x="2082655" y="190605"/>
                </a:lnTo>
                <a:lnTo>
                  <a:pt x="2108366" y="180573"/>
                </a:lnTo>
                <a:lnTo>
                  <a:pt x="2134078" y="170541"/>
                </a:lnTo>
                <a:lnTo>
                  <a:pt x="2159790" y="160509"/>
                </a:lnTo>
                <a:lnTo>
                  <a:pt x="2185502" y="150478"/>
                </a:lnTo>
                <a:lnTo>
                  <a:pt x="2211214" y="140446"/>
                </a:lnTo>
                <a:lnTo>
                  <a:pt x="2236925" y="130414"/>
                </a:lnTo>
                <a:lnTo>
                  <a:pt x="2262637" y="120382"/>
                </a:lnTo>
                <a:lnTo>
                  <a:pt x="2288349" y="110350"/>
                </a:lnTo>
                <a:lnTo>
                  <a:pt x="2314061" y="100318"/>
                </a:lnTo>
                <a:lnTo>
                  <a:pt x="2339772" y="90287"/>
                </a:lnTo>
                <a:lnTo>
                  <a:pt x="2365484" y="80255"/>
                </a:lnTo>
                <a:lnTo>
                  <a:pt x="2391196" y="70223"/>
                </a:lnTo>
                <a:lnTo>
                  <a:pt x="2416908" y="60191"/>
                </a:lnTo>
                <a:lnTo>
                  <a:pt x="2442620" y="50159"/>
                </a:lnTo>
                <a:lnTo>
                  <a:pt x="2468331" y="40127"/>
                </a:lnTo>
                <a:lnTo>
                  <a:pt x="2494043" y="30096"/>
                </a:lnTo>
                <a:lnTo>
                  <a:pt x="2519755" y="20064"/>
                </a:lnTo>
                <a:lnTo>
                  <a:pt x="2545467" y="10032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8F979F"/>
            </a:solidFill>
            <a:prstDash val="dash"/>
          </a:ln>
        </p:spPr>
      </p:sp>
      <p:sp>
        <p:nvSpPr>
          <p:cNvPr id="38" name="old normalized basis 2">
            <a:extLst>
              <a:ext uri="{FF2B5EF4-FFF2-40B4-BE49-F238E27FC236}">
                <ns2:creationId id="{9A1BBC5F-919B-4FCC-8E95-372E215F5CC5}"/>
              </a:ext>
            </a:extLst>
          </p:cNvPr>
          <p:cNvSpPr>
            <a:spLocks noGrp="1"/>
          </p:cNvSpPr>
          <p:nvPr/>
        </p:nvSpPr>
        <p:spPr>
          <a:xfrm>
            <a:off x="5238750" y="1171723"/>
            <a:ext cx="2571179" cy="971329"/>
          </a:xfrm>
          <a:custGeom>
            <a:pathLst>
              <a:path w="2571179" h="971329">
                <a:moveTo>
                  <a:pt x="0" y="0"/>
                </a:moveTo>
                <a:lnTo>
                  <a:pt x="25712" y="38465"/>
                </a:lnTo>
                <a:lnTo>
                  <a:pt x="51424" y="76152"/>
                </a:lnTo>
                <a:lnTo>
                  <a:pt x="77135" y="113063"/>
                </a:lnTo>
                <a:lnTo>
                  <a:pt x="102847" y="149196"/>
                </a:lnTo>
                <a:lnTo>
                  <a:pt x="128559" y="184552"/>
                </a:lnTo>
                <a:lnTo>
                  <a:pt x="154271" y="219132"/>
                </a:lnTo>
                <a:lnTo>
                  <a:pt x="179982" y="252934"/>
                </a:lnTo>
                <a:lnTo>
                  <a:pt x="205694" y="285959"/>
                </a:lnTo>
                <a:lnTo>
                  <a:pt x="231406" y="318207"/>
                </a:lnTo>
                <a:lnTo>
                  <a:pt x="257118" y="349678"/>
                </a:lnTo>
                <a:lnTo>
                  <a:pt x="282830" y="380372"/>
                </a:lnTo>
                <a:lnTo>
                  <a:pt x="308541" y="410289"/>
                </a:lnTo>
                <a:lnTo>
                  <a:pt x="334253" y="439429"/>
                </a:lnTo>
                <a:lnTo>
                  <a:pt x="359965" y="467792"/>
                </a:lnTo>
                <a:lnTo>
                  <a:pt x="385677" y="495378"/>
                </a:lnTo>
                <a:lnTo>
                  <a:pt x="411389" y="522186"/>
                </a:lnTo>
                <a:lnTo>
                  <a:pt x="437100" y="548218"/>
                </a:lnTo>
                <a:lnTo>
                  <a:pt x="462812" y="573472"/>
                </a:lnTo>
                <a:lnTo>
                  <a:pt x="488524" y="597950"/>
                </a:lnTo>
                <a:lnTo>
                  <a:pt x="514236" y="621650"/>
                </a:lnTo>
                <a:lnTo>
                  <a:pt x="539947" y="644574"/>
                </a:lnTo>
                <a:lnTo>
                  <a:pt x="565659" y="666720"/>
                </a:lnTo>
                <a:lnTo>
                  <a:pt x="591371" y="688089"/>
                </a:lnTo>
                <a:lnTo>
                  <a:pt x="617083" y="708681"/>
                </a:lnTo>
                <a:lnTo>
                  <a:pt x="642795" y="728497"/>
                </a:lnTo>
                <a:lnTo>
                  <a:pt x="668506" y="747535"/>
                </a:lnTo>
                <a:lnTo>
                  <a:pt x="694218" y="765796"/>
                </a:lnTo>
                <a:lnTo>
                  <a:pt x="719930" y="783279"/>
                </a:lnTo>
                <a:lnTo>
                  <a:pt x="745642" y="799986"/>
                </a:lnTo>
                <a:lnTo>
                  <a:pt x="771354" y="815916"/>
                </a:lnTo>
                <a:lnTo>
                  <a:pt x="797065" y="831069"/>
                </a:lnTo>
                <a:lnTo>
                  <a:pt x="822777" y="845445"/>
                </a:lnTo>
                <a:lnTo>
                  <a:pt x="848489" y="859043"/>
                </a:lnTo>
                <a:lnTo>
                  <a:pt x="874201" y="871865"/>
                </a:lnTo>
                <a:lnTo>
                  <a:pt x="899912" y="883909"/>
                </a:lnTo>
                <a:lnTo>
                  <a:pt x="925624" y="895177"/>
                </a:lnTo>
                <a:lnTo>
                  <a:pt x="951336" y="905667"/>
                </a:lnTo>
                <a:lnTo>
                  <a:pt x="977048" y="915380"/>
                </a:lnTo>
                <a:lnTo>
                  <a:pt x="1002760" y="924316"/>
                </a:lnTo>
                <a:lnTo>
                  <a:pt x="1028471" y="932476"/>
                </a:lnTo>
                <a:lnTo>
                  <a:pt x="1054183" y="939858"/>
                </a:lnTo>
                <a:lnTo>
                  <a:pt x="1079895" y="946463"/>
                </a:lnTo>
                <a:lnTo>
                  <a:pt x="1105607" y="952291"/>
                </a:lnTo>
                <a:lnTo>
                  <a:pt x="1131319" y="957342"/>
                </a:lnTo>
                <a:lnTo>
                  <a:pt x="1157030" y="961615"/>
                </a:lnTo>
                <a:lnTo>
                  <a:pt x="1182742" y="965112"/>
                </a:lnTo>
                <a:lnTo>
                  <a:pt x="1208454" y="967832"/>
                </a:lnTo>
                <a:lnTo>
                  <a:pt x="1234166" y="969775"/>
                </a:lnTo>
                <a:lnTo>
                  <a:pt x="1259877" y="970940"/>
                </a:lnTo>
                <a:lnTo>
                  <a:pt x="1285589" y="971329"/>
                </a:lnTo>
                <a:lnTo>
                  <a:pt x="1311301" y="970940"/>
                </a:lnTo>
                <a:lnTo>
                  <a:pt x="1337013" y="969775"/>
                </a:lnTo>
                <a:lnTo>
                  <a:pt x="1362725" y="967832"/>
                </a:lnTo>
                <a:lnTo>
                  <a:pt x="1388436" y="965112"/>
                </a:lnTo>
                <a:lnTo>
                  <a:pt x="1414148" y="961615"/>
                </a:lnTo>
                <a:lnTo>
                  <a:pt x="1439860" y="957342"/>
                </a:lnTo>
                <a:lnTo>
                  <a:pt x="1465572" y="952291"/>
                </a:lnTo>
                <a:lnTo>
                  <a:pt x="1491284" y="946463"/>
                </a:lnTo>
                <a:lnTo>
                  <a:pt x="1516995" y="939858"/>
                </a:lnTo>
                <a:lnTo>
                  <a:pt x="1542707" y="932476"/>
                </a:lnTo>
                <a:lnTo>
                  <a:pt x="1568419" y="924316"/>
                </a:lnTo>
                <a:lnTo>
                  <a:pt x="1594131" y="915380"/>
                </a:lnTo>
                <a:lnTo>
                  <a:pt x="1619842" y="905667"/>
                </a:lnTo>
                <a:lnTo>
                  <a:pt x="1645554" y="895177"/>
                </a:lnTo>
                <a:lnTo>
                  <a:pt x="1671266" y="883909"/>
                </a:lnTo>
                <a:lnTo>
                  <a:pt x="1696978" y="871865"/>
                </a:lnTo>
                <a:lnTo>
                  <a:pt x="1722690" y="859043"/>
                </a:lnTo>
                <a:lnTo>
                  <a:pt x="1748401" y="845445"/>
                </a:lnTo>
                <a:lnTo>
                  <a:pt x="1774113" y="831069"/>
                </a:lnTo>
                <a:lnTo>
                  <a:pt x="1799825" y="815916"/>
                </a:lnTo>
                <a:lnTo>
                  <a:pt x="1825537" y="799986"/>
                </a:lnTo>
                <a:lnTo>
                  <a:pt x="1851249" y="783279"/>
                </a:lnTo>
                <a:lnTo>
                  <a:pt x="1876960" y="765796"/>
                </a:lnTo>
                <a:lnTo>
                  <a:pt x="1902672" y="747535"/>
                </a:lnTo>
                <a:lnTo>
                  <a:pt x="1928384" y="728497"/>
                </a:lnTo>
                <a:lnTo>
                  <a:pt x="1954096" y="708681"/>
                </a:lnTo>
                <a:lnTo>
                  <a:pt x="1979807" y="688089"/>
                </a:lnTo>
                <a:lnTo>
                  <a:pt x="2005519" y="666720"/>
                </a:lnTo>
                <a:lnTo>
                  <a:pt x="2031231" y="644574"/>
                </a:lnTo>
                <a:lnTo>
                  <a:pt x="2056943" y="621650"/>
                </a:lnTo>
                <a:lnTo>
                  <a:pt x="2082655" y="597950"/>
                </a:lnTo>
                <a:lnTo>
                  <a:pt x="2108366" y="573472"/>
                </a:lnTo>
                <a:lnTo>
                  <a:pt x="2134078" y="548218"/>
                </a:lnTo>
                <a:lnTo>
                  <a:pt x="2159790" y="522186"/>
                </a:lnTo>
                <a:lnTo>
                  <a:pt x="2185502" y="495378"/>
                </a:lnTo>
                <a:lnTo>
                  <a:pt x="2211214" y="467792"/>
                </a:lnTo>
                <a:lnTo>
                  <a:pt x="2236925" y="439429"/>
                </a:lnTo>
                <a:lnTo>
                  <a:pt x="2262637" y="410289"/>
                </a:lnTo>
                <a:lnTo>
                  <a:pt x="2288349" y="380372"/>
                </a:lnTo>
                <a:lnTo>
                  <a:pt x="2314061" y="349678"/>
                </a:lnTo>
                <a:lnTo>
                  <a:pt x="2339772" y="318207"/>
                </a:lnTo>
                <a:lnTo>
                  <a:pt x="2365484" y="285959"/>
                </a:lnTo>
                <a:lnTo>
                  <a:pt x="2391196" y="252934"/>
                </a:lnTo>
                <a:lnTo>
                  <a:pt x="2416908" y="219132"/>
                </a:lnTo>
                <a:lnTo>
                  <a:pt x="2442620" y="184552"/>
                </a:lnTo>
                <a:lnTo>
                  <a:pt x="2468331" y="149196"/>
                </a:lnTo>
                <a:lnTo>
                  <a:pt x="2494043" y="113063"/>
                </a:lnTo>
                <a:lnTo>
                  <a:pt x="2519755" y="76152"/>
                </a:lnTo>
                <a:lnTo>
                  <a:pt x="2545467" y="38465"/>
                </a:lnTo>
                <a:lnTo>
                  <a:pt x="2571179" y="0"/>
                </a:lnTo>
              </a:path>
            </a:pathLst>
          </a:custGeom>
          <a:noFill/>
          <a:ln w="17145">
            <a:solidFill>
              <a:srgbClr val="8F979F"/>
            </a:solidFill>
            <a:prstDash val="dash"/>
          </a:ln>
        </p:spPr>
      </p:sp>
      <p:sp>
        <p:nvSpPr>
          <p:cNvPr id="39" name="new normalized basis 0">
            <a:extLst>
              <a:ext uri="{FF2B5EF4-FFF2-40B4-BE49-F238E27FC236}">
                <ns2:creationId id="{F8536DF0-7CED-4386-B508-02B392B7CB74}"/>
              </a:ext>
            </a:extLst>
          </p:cNvPr>
          <p:cNvSpPr>
            <a:spLocks noGrp="1"/>
          </p:cNvSpPr>
          <p:nvPr/>
        </p:nvSpPr>
        <p:spPr>
          <a:xfrm>
            <a:off x="5238750" y="1584008"/>
            <a:ext cx="3895725" cy="95"/>
          </a:xfrm>
          <a:custGeom>
            <a:pathLst>
              <a:path w="3895725" h="95">
                <a:moveTo>
                  <a:pt x="0" y="0"/>
                </a:moveTo>
                <a:lnTo>
                  <a:pt x="38957" y="0"/>
                </a:lnTo>
                <a:lnTo>
                  <a:pt x="77914" y="0"/>
                </a:lnTo>
                <a:lnTo>
                  <a:pt x="116872" y="0"/>
                </a:lnTo>
                <a:lnTo>
                  <a:pt x="155829" y="0"/>
                </a:lnTo>
                <a:lnTo>
                  <a:pt x="194786" y="0"/>
                </a:lnTo>
                <a:lnTo>
                  <a:pt x="233743" y="0"/>
                </a:lnTo>
                <a:lnTo>
                  <a:pt x="272701" y="0"/>
                </a:lnTo>
                <a:lnTo>
                  <a:pt x="311658" y="0"/>
                </a:lnTo>
                <a:lnTo>
                  <a:pt x="350615" y="0"/>
                </a:lnTo>
                <a:lnTo>
                  <a:pt x="389572" y="0"/>
                </a:lnTo>
                <a:lnTo>
                  <a:pt x="428530" y="0"/>
                </a:lnTo>
                <a:lnTo>
                  <a:pt x="467487" y="0"/>
                </a:lnTo>
                <a:lnTo>
                  <a:pt x="506444" y="0"/>
                </a:lnTo>
                <a:lnTo>
                  <a:pt x="545401" y="0"/>
                </a:lnTo>
                <a:lnTo>
                  <a:pt x="584359" y="0"/>
                </a:lnTo>
                <a:lnTo>
                  <a:pt x="623316" y="0"/>
                </a:lnTo>
                <a:lnTo>
                  <a:pt x="662273" y="0"/>
                </a:lnTo>
                <a:lnTo>
                  <a:pt x="701231" y="0"/>
                </a:lnTo>
                <a:lnTo>
                  <a:pt x="740188" y="0"/>
                </a:lnTo>
                <a:lnTo>
                  <a:pt x="779145" y="0"/>
                </a:lnTo>
                <a:lnTo>
                  <a:pt x="818102" y="0"/>
                </a:lnTo>
                <a:lnTo>
                  <a:pt x="857060" y="0"/>
                </a:lnTo>
                <a:lnTo>
                  <a:pt x="896017" y="0"/>
                </a:lnTo>
                <a:lnTo>
                  <a:pt x="934974" y="0"/>
                </a:lnTo>
                <a:lnTo>
                  <a:pt x="973931" y="0"/>
                </a:lnTo>
                <a:lnTo>
                  <a:pt x="1012889" y="0"/>
                </a:lnTo>
                <a:lnTo>
                  <a:pt x="1051846" y="0"/>
                </a:lnTo>
                <a:lnTo>
                  <a:pt x="1090803" y="0"/>
                </a:lnTo>
                <a:lnTo>
                  <a:pt x="1129760" y="0"/>
                </a:lnTo>
                <a:lnTo>
                  <a:pt x="1168718" y="0"/>
                </a:lnTo>
                <a:lnTo>
                  <a:pt x="1207675" y="0"/>
                </a:lnTo>
                <a:lnTo>
                  <a:pt x="1246632" y="0"/>
                </a:lnTo>
                <a:lnTo>
                  <a:pt x="1285589" y="0"/>
                </a:lnTo>
                <a:lnTo>
                  <a:pt x="1324546" y="0"/>
                </a:lnTo>
                <a:lnTo>
                  <a:pt x="1363504" y="0"/>
                </a:lnTo>
                <a:lnTo>
                  <a:pt x="1402461" y="0"/>
                </a:lnTo>
                <a:lnTo>
                  <a:pt x="1441418" y="0"/>
                </a:lnTo>
                <a:lnTo>
                  <a:pt x="1480376" y="0"/>
                </a:lnTo>
                <a:lnTo>
                  <a:pt x="1519333" y="0"/>
                </a:lnTo>
                <a:lnTo>
                  <a:pt x="1558290" y="0"/>
                </a:lnTo>
                <a:lnTo>
                  <a:pt x="1597247" y="0"/>
                </a:lnTo>
                <a:lnTo>
                  <a:pt x="1636204" y="0"/>
                </a:lnTo>
                <a:lnTo>
                  <a:pt x="1675162" y="0"/>
                </a:lnTo>
                <a:lnTo>
                  <a:pt x="1714119" y="0"/>
                </a:lnTo>
                <a:lnTo>
                  <a:pt x="1753076" y="0"/>
                </a:lnTo>
                <a:lnTo>
                  <a:pt x="1792033" y="0"/>
                </a:lnTo>
                <a:lnTo>
                  <a:pt x="1830991" y="0"/>
                </a:lnTo>
                <a:lnTo>
                  <a:pt x="1869948" y="0"/>
                </a:lnTo>
                <a:lnTo>
                  <a:pt x="1908905" y="0"/>
                </a:lnTo>
                <a:lnTo>
                  <a:pt x="1947863" y="0"/>
                </a:lnTo>
                <a:lnTo>
                  <a:pt x="1986820" y="0"/>
                </a:lnTo>
                <a:lnTo>
                  <a:pt x="2025777" y="0"/>
                </a:lnTo>
                <a:lnTo>
                  <a:pt x="2064734" y="0"/>
                </a:lnTo>
                <a:lnTo>
                  <a:pt x="2103692" y="0"/>
                </a:lnTo>
                <a:lnTo>
                  <a:pt x="2142649" y="0"/>
                </a:lnTo>
                <a:lnTo>
                  <a:pt x="2181606" y="0"/>
                </a:lnTo>
                <a:lnTo>
                  <a:pt x="2220563" y="0"/>
                </a:lnTo>
                <a:lnTo>
                  <a:pt x="2259521" y="0"/>
                </a:lnTo>
                <a:lnTo>
                  <a:pt x="2298478" y="0"/>
                </a:lnTo>
                <a:lnTo>
                  <a:pt x="2337435" y="0"/>
                </a:lnTo>
                <a:lnTo>
                  <a:pt x="2376392" y="0"/>
                </a:lnTo>
                <a:lnTo>
                  <a:pt x="2415349" y="0"/>
                </a:lnTo>
                <a:lnTo>
                  <a:pt x="2454307" y="0"/>
                </a:lnTo>
                <a:lnTo>
                  <a:pt x="2493264" y="0"/>
                </a:lnTo>
                <a:lnTo>
                  <a:pt x="2532221" y="0"/>
                </a:lnTo>
                <a:lnTo>
                  <a:pt x="2571179" y="0"/>
                </a:lnTo>
                <a:lnTo>
                  <a:pt x="2610136" y="0"/>
                </a:lnTo>
                <a:lnTo>
                  <a:pt x="2649093" y="0"/>
                </a:lnTo>
                <a:lnTo>
                  <a:pt x="2688050" y="0"/>
                </a:lnTo>
                <a:lnTo>
                  <a:pt x="2727007" y="0"/>
                </a:lnTo>
                <a:lnTo>
                  <a:pt x="2765965" y="0"/>
                </a:lnTo>
                <a:lnTo>
                  <a:pt x="2804922" y="0"/>
                </a:lnTo>
                <a:lnTo>
                  <a:pt x="2843879" y="0"/>
                </a:lnTo>
                <a:lnTo>
                  <a:pt x="2882836" y="0"/>
                </a:lnTo>
                <a:lnTo>
                  <a:pt x="2921794" y="0"/>
                </a:lnTo>
                <a:lnTo>
                  <a:pt x="2960751" y="0"/>
                </a:lnTo>
                <a:lnTo>
                  <a:pt x="2999708" y="0"/>
                </a:lnTo>
                <a:lnTo>
                  <a:pt x="3038666" y="0"/>
                </a:lnTo>
                <a:lnTo>
                  <a:pt x="3077623" y="0"/>
                </a:lnTo>
                <a:lnTo>
                  <a:pt x="3116580" y="0"/>
                </a:lnTo>
                <a:lnTo>
                  <a:pt x="3155537" y="0"/>
                </a:lnTo>
                <a:lnTo>
                  <a:pt x="3194495" y="0"/>
                </a:lnTo>
                <a:lnTo>
                  <a:pt x="3233452" y="0"/>
                </a:lnTo>
                <a:lnTo>
                  <a:pt x="3272409" y="0"/>
                </a:lnTo>
                <a:lnTo>
                  <a:pt x="3311366" y="0"/>
                </a:lnTo>
                <a:lnTo>
                  <a:pt x="3350324" y="0"/>
                </a:lnTo>
                <a:lnTo>
                  <a:pt x="3389281" y="0"/>
                </a:lnTo>
                <a:lnTo>
                  <a:pt x="3428238" y="0"/>
                </a:lnTo>
                <a:lnTo>
                  <a:pt x="3467195" y="0"/>
                </a:lnTo>
                <a:lnTo>
                  <a:pt x="3506153" y="0"/>
                </a:lnTo>
                <a:lnTo>
                  <a:pt x="3545110" y="0"/>
                </a:lnTo>
                <a:lnTo>
                  <a:pt x="3584067" y="0"/>
                </a:lnTo>
                <a:lnTo>
                  <a:pt x="3623024" y="0"/>
                </a:lnTo>
                <a:lnTo>
                  <a:pt x="3661982" y="0"/>
                </a:lnTo>
                <a:lnTo>
                  <a:pt x="3700939" y="0"/>
                </a:lnTo>
                <a:lnTo>
                  <a:pt x="3739896" y="0"/>
                </a:lnTo>
                <a:lnTo>
                  <a:pt x="3778853" y="0"/>
                </a:lnTo>
                <a:lnTo>
                  <a:pt x="3817810" y="0"/>
                </a:lnTo>
                <a:lnTo>
                  <a:pt x="3856768" y="0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2878B5"/>
            </a:solidFill>
            <a:prstDash val="solid"/>
          </a:ln>
        </p:spPr>
      </p:sp>
      <p:sp>
        <p:nvSpPr>
          <p:cNvPr id="40" name="new normalized basis 1">
            <a:extLst>
              <a:ext uri="{FF2B5EF4-FFF2-40B4-BE49-F238E27FC236}">
                <ns2:creationId id="{7EB92F95-AD06-4CB9-A544-25BBE038C8DD}"/>
              </a:ext>
            </a:extLst>
          </p:cNvPr>
          <p:cNvSpPr>
            <a:spLocks noGrp="1"/>
          </p:cNvSpPr>
          <p:nvPr/>
        </p:nvSpPr>
        <p:spPr>
          <a:xfrm>
            <a:off x="5238750" y="1411780"/>
            <a:ext cx="3895725" cy="814991"/>
          </a:xfrm>
          <a:custGeom>
            <a:pathLst>
              <a:path w="3895725" h="814991">
                <a:moveTo>
                  <a:pt x="0" y="814991"/>
                </a:moveTo>
                <a:lnTo>
                  <a:pt x="38957" y="806841"/>
                </a:lnTo>
                <a:lnTo>
                  <a:pt x="77914" y="798691"/>
                </a:lnTo>
                <a:lnTo>
                  <a:pt x="116872" y="790541"/>
                </a:lnTo>
                <a:lnTo>
                  <a:pt x="155829" y="782391"/>
                </a:lnTo>
                <a:lnTo>
                  <a:pt x="194786" y="774241"/>
                </a:lnTo>
                <a:lnTo>
                  <a:pt x="233743" y="766091"/>
                </a:lnTo>
                <a:lnTo>
                  <a:pt x="272701" y="757941"/>
                </a:lnTo>
                <a:lnTo>
                  <a:pt x="311658" y="749791"/>
                </a:lnTo>
                <a:lnTo>
                  <a:pt x="350615" y="741641"/>
                </a:lnTo>
                <a:lnTo>
                  <a:pt x="389572" y="733491"/>
                </a:lnTo>
                <a:lnTo>
                  <a:pt x="428530" y="725342"/>
                </a:lnTo>
                <a:lnTo>
                  <a:pt x="467487" y="717192"/>
                </a:lnTo>
                <a:lnTo>
                  <a:pt x="506444" y="709042"/>
                </a:lnTo>
                <a:lnTo>
                  <a:pt x="545401" y="700892"/>
                </a:lnTo>
                <a:lnTo>
                  <a:pt x="584359" y="692742"/>
                </a:lnTo>
                <a:lnTo>
                  <a:pt x="623316" y="684592"/>
                </a:lnTo>
                <a:lnTo>
                  <a:pt x="662273" y="676442"/>
                </a:lnTo>
                <a:lnTo>
                  <a:pt x="701231" y="668292"/>
                </a:lnTo>
                <a:lnTo>
                  <a:pt x="740188" y="660142"/>
                </a:lnTo>
                <a:lnTo>
                  <a:pt x="779145" y="651992"/>
                </a:lnTo>
                <a:lnTo>
                  <a:pt x="818102" y="643843"/>
                </a:lnTo>
                <a:lnTo>
                  <a:pt x="857060" y="635693"/>
                </a:lnTo>
                <a:lnTo>
                  <a:pt x="896017" y="627543"/>
                </a:lnTo>
                <a:lnTo>
                  <a:pt x="934974" y="619393"/>
                </a:lnTo>
                <a:lnTo>
                  <a:pt x="973931" y="611243"/>
                </a:lnTo>
                <a:lnTo>
                  <a:pt x="1012889" y="603093"/>
                </a:lnTo>
                <a:lnTo>
                  <a:pt x="1051846" y="594943"/>
                </a:lnTo>
                <a:lnTo>
                  <a:pt x="1090803" y="586793"/>
                </a:lnTo>
                <a:lnTo>
                  <a:pt x="1129760" y="578643"/>
                </a:lnTo>
                <a:lnTo>
                  <a:pt x="1168718" y="570493"/>
                </a:lnTo>
                <a:lnTo>
                  <a:pt x="1207675" y="562343"/>
                </a:lnTo>
                <a:lnTo>
                  <a:pt x="1246632" y="554194"/>
                </a:lnTo>
                <a:lnTo>
                  <a:pt x="1285589" y="546044"/>
                </a:lnTo>
                <a:lnTo>
                  <a:pt x="1324546" y="537894"/>
                </a:lnTo>
                <a:lnTo>
                  <a:pt x="1363504" y="529744"/>
                </a:lnTo>
                <a:lnTo>
                  <a:pt x="1402461" y="521594"/>
                </a:lnTo>
                <a:lnTo>
                  <a:pt x="1441418" y="513444"/>
                </a:lnTo>
                <a:lnTo>
                  <a:pt x="1480376" y="505294"/>
                </a:lnTo>
                <a:lnTo>
                  <a:pt x="1519333" y="497144"/>
                </a:lnTo>
                <a:lnTo>
                  <a:pt x="1558290" y="488994"/>
                </a:lnTo>
                <a:lnTo>
                  <a:pt x="1597247" y="480844"/>
                </a:lnTo>
                <a:lnTo>
                  <a:pt x="1636204" y="472695"/>
                </a:lnTo>
                <a:lnTo>
                  <a:pt x="1675162" y="464545"/>
                </a:lnTo>
                <a:lnTo>
                  <a:pt x="1714119" y="456395"/>
                </a:lnTo>
                <a:lnTo>
                  <a:pt x="1753076" y="448245"/>
                </a:lnTo>
                <a:lnTo>
                  <a:pt x="1792033" y="440095"/>
                </a:lnTo>
                <a:lnTo>
                  <a:pt x="1830991" y="431945"/>
                </a:lnTo>
                <a:lnTo>
                  <a:pt x="1869948" y="423795"/>
                </a:lnTo>
                <a:lnTo>
                  <a:pt x="1908905" y="415645"/>
                </a:lnTo>
                <a:lnTo>
                  <a:pt x="1947863" y="407495"/>
                </a:lnTo>
                <a:lnTo>
                  <a:pt x="1986820" y="399345"/>
                </a:lnTo>
                <a:lnTo>
                  <a:pt x="2025777" y="391195"/>
                </a:lnTo>
                <a:lnTo>
                  <a:pt x="2064734" y="383046"/>
                </a:lnTo>
                <a:lnTo>
                  <a:pt x="2103692" y="374896"/>
                </a:lnTo>
                <a:lnTo>
                  <a:pt x="2142649" y="366746"/>
                </a:lnTo>
                <a:lnTo>
                  <a:pt x="2181606" y="358596"/>
                </a:lnTo>
                <a:lnTo>
                  <a:pt x="2220563" y="350446"/>
                </a:lnTo>
                <a:lnTo>
                  <a:pt x="2259521" y="342296"/>
                </a:lnTo>
                <a:lnTo>
                  <a:pt x="2298478" y="334146"/>
                </a:lnTo>
                <a:lnTo>
                  <a:pt x="2337435" y="325996"/>
                </a:lnTo>
                <a:lnTo>
                  <a:pt x="2376392" y="317846"/>
                </a:lnTo>
                <a:lnTo>
                  <a:pt x="2415349" y="309696"/>
                </a:lnTo>
                <a:lnTo>
                  <a:pt x="2454307" y="301546"/>
                </a:lnTo>
                <a:lnTo>
                  <a:pt x="2493264" y="293397"/>
                </a:lnTo>
                <a:lnTo>
                  <a:pt x="2532221" y="285247"/>
                </a:lnTo>
                <a:lnTo>
                  <a:pt x="2571179" y="277097"/>
                </a:lnTo>
                <a:lnTo>
                  <a:pt x="2610136" y="268947"/>
                </a:lnTo>
                <a:lnTo>
                  <a:pt x="2649093" y="260797"/>
                </a:lnTo>
                <a:lnTo>
                  <a:pt x="2688050" y="252647"/>
                </a:lnTo>
                <a:lnTo>
                  <a:pt x="2727007" y="244497"/>
                </a:lnTo>
                <a:lnTo>
                  <a:pt x="2765965" y="236347"/>
                </a:lnTo>
                <a:lnTo>
                  <a:pt x="2804922" y="228197"/>
                </a:lnTo>
                <a:lnTo>
                  <a:pt x="2843879" y="220047"/>
                </a:lnTo>
                <a:lnTo>
                  <a:pt x="2882836" y="211898"/>
                </a:lnTo>
                <a:lnTo>
                  <a:pt x="2921794" y="203748"/>
                </a:lnTo>
                <a:lnTo>
                  <a:pt x="2960751" y="195598"/>
                </a:lnTo>
                <a:lnTo>
                  <a:pt x="2999708" y="187448"/>
                </a:lnTo>
                <a:lnTo>
                  <a:pt x="3038666" y="179298"/>
                </a:lnTo>
                <a:lnTo>
                  <a:pt x="3077623" y="171148"/>
                </a:lnTo>
                <a:lnTo>
                  <a:pt x="3116580" y="162998"/>
                </a:lnTo>
                <a:lnTo>
                  <a:pt x="3155537" y="154848"/>
                </a:lnTo>
                <a:lnTo>
                  <a:pt x="3194495" y="146698"/>
                </a:lnTo>
                <a:lnTo>
                  <a:pt x="3233452" y="138548"/>
                </a:lnTo>
                <a:lnTo>
                  <a:pt x="3272409" y="130398"/>
                </a:lnTo>
                <a:lnTo>
                  <a:pt x="3311366" y="122249"/>
                </a:lnTo>
                <a:lnTo>
                  <a:pt x="3350324" y="114099"/>
                </a:lnTo>
                <a:lnTo>
                  <a:pt x="3389281" y="105949"/>
                </a:lnTo>
                <a:lnTo>
                  <a:pt x="3428238" y="97799"/>
                </a:lnTo>
                <a:lnTo>
                  <a:pt x="3467195" y="89649"/>
                </a:lnTo>
                <a:lnTo>
                  <a:pt x="3506153" y="81499"/>
                </a:lnTo>
                <a:lnTo>
                  <a:pt x="3545110" y="73349"/>
                </a:lnTo>
                <a:lnTo>
                  <a:pt x="3584067" y="65199"/>
                </a:lnTo>
                <a:lnTo>
                  <a:pt x="3623024" y="57049"/>
                </a:lnTo>
                <a:lnTo>
                  <a:pt x="3661982" y="48899"/>
                </a:lnTo>
                <a:lnTo>
                  <a:pt x="3700939" y="40750"/>
                </a:lnTo>
                <a:lnTo>
                  <a:pt x="3739896" y="32600"/>
                </a:lnTo>
                <a:lnTo>
                  <a:pt x="3778853" y="24450"/>
                </a:lnTo>
                <a:lnTo>
                  <a:pt x="3817810" y="16300"/>
                </a:lnTo>
                <a:lnTo>
                  <a:pt x="3856768" y="8150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8F979F"/>
            </a:solidFill>
            <a:prstDash val="solid"/>
          </a:ln>
        </p:spPr>
      </p:sp>
      <p:sp>
        <p:nvSpPr>
          <p:cNvPr id="41" name="new normalized basis 2">
            <a:extLst>
              <a:ext uri="{FF2B5EF4-FFF2-40B4-BE49-F238E27FC236}">
                <ns2:creationId id="{E0134D5F-75D6-4766-8C31-D450B20C7143}"/>
              </a:ext>
            </a:extLst>
          </p:cNvPr>
          <p:cNvSpPr>
            <a:spLocks noGrp="1"/>
          </p:cNvSpPr>
          <p:nvPr/>
        </p:nvSpPr>
        <p:spPr>
          <a:xfrm>
            <a:off x="5238750" y="1293201"/>
            <a:ext cx="3895725" cy="789111"/>
          </a:xfrm>
          <a:custGeom>
            <a:pathLst>
              <a:path w="3895725" h="789111">
                <a:moveTo>
                  <a:pt x="0" y="0"/>
                </a:moveTo>
                <a:lnTo>
                  <a:pt x="38957" y="31249"/>
                </a:lnTo>
                <a:lnTo>
                  <a:pt x="77914" y="61866"/>
                </a:lnTo>
                <a:lnTo>
                  <a:pt x="116872" y="91853"/>
                </a:lnTo>
                <a:lnTo>
                  <a:pt x="155829" y="121207"/>
                </a:lnTo>
                <a:lnTo>
                  <a:pt x="194786" y="149931"/>
                </a:lnTo>
                <a:lnTo>
                  <a:pt x="233743" y="178023"/>
                </a:lnTo>
                <a:lnTo>
                  <a:pt x="272701" y="205485"/>
                </a:lnTo>
                <a:lnTo>
                  <a:pt x="311658" y="232314"/>
                </a:lnTo>
                <a:lnTo>
                  <a:pt x="350615" y="258513"/>
                </a:lnTo>
                <a:lnTo>
                  <a:pt x="389572" y="284080"/>
                </a:lnTo>
                <a:lnTo>
                  <a:pt x="428530" y="309016"/>
                </a:lnTo>
                <a:lnTo>
                  <a:pt x="467487" y="333321"/>
                </a:lnTo>
                <a:lnTo>
                  <a:pt x="506444" y="356994"/>
                </a:lnTo>
                <a:lnTo>
                  <a:pt x="545401" y="380036"/>
                </a:lnTo>
                <a:lnTo>
                  <a:pt x="584359" y="402447"/>
                </a:lnTo>
                <a:lnTo>
                  <a:pt x="623316" y="424226"/>
                </a:lnTo>
                <a:lnTo>
                  <a:pt x="662273" y="445374"/>
                </a:lnTo>
                <a:lnTo>
                  <a:pt x="701231" y="465891"/>
                </a:lnTo>
                <a:lnTo>
                  <a:pt x="740188" y="485777"/>
                </a:lnTo>
                <a:lnTo>
                  <a:pt x="779145" y="505031"/>
                </a:lnTo>
                <a:lnTo>
                  <a:pt x="818102" y="523654"/>
                </a:lnTo>
                <a:lnTo>
                  <a:pt x="857060" y="541646"/>
                </a:lnTo>
                <a:lnTo>
                  <a:pt x="896017" y="559006"/>
                </a:lnTo>
                <a:lnTo>
                  <a:pt x="934974" y="575736"/>
                </a:lnTo>
                <a:lnTo>
                  <a:pt x="973931" y="591833"/>
                </a:lnTo>
                <a:lnTo>
                  <a:pt x="1012889" y="607300"/>
                </a:lnTo>
                <a:lnTo>
                  <a:pt x="1051846" y="622135"/>
                </a:lnTo>
                <a:lnTo>
                  <a:pt x="1090803" y="636339"/>
                </a:lnTo>
                <a:lnTo>
                  <a:pt x="1129760" y="649912"/>
                </a:lnTo>
                <a:lnTo>
                  <a:pt x="1168718" y="662853"/>
                </a:lnTo>
                <a:lnTo>
                  <a:pt x="1207675" y="675164"/>
                </a:lnTo>
                <a:lnTo>
                  <a:pt x="1246632" y="686842"/>
                </a:lnTo>
                <a:lnTo>
                  <a:pt x="1285589" y="697890"/>
                </a:lnTo>
                <a:lnTo>
                  <a:pt x="1324546" y="708306"/>
                </a:lnTo>
                <a:lnTo>
                  <a:pt x="1363504" y="718091"/>
                </a:lnTo>
                <a:lnTo>
                  <a:pt x="1402461" y="727245"/>
                </a:lnTo>
                <a:lnTo>
                  <a:pt x="1441418" y="735767"/>
                </a:lnTo>
                <a:lnTo>
                  <a:pt x="1480376" y="743658"/>
                </a:lnTo>
                <a:lnTo>
                  <a:pt x="1519333" y="750918"/>
                </a:lnTo>
                <a:lnTo>
                  <a:pt x="1558290" y="757547"/>
                </a:lnTo>
                <a:lnTo>
                  <a:pt x="1597247" y="763544"/>
                </a:lnTo>
                <a:lnTo>
                  <a:pt x="1636204" y="768910"/>
                </a:lnTo>
                <a:lnTo>
                  <a:pt x="1675162" y="773645"/>
                </a:lnTo>
                <a:lnTo>
                  <a:pt x="1714119" y="777748"/>
                </a:lnTo>
                <a:lnTo>
                  <a:pt x="1753076" y="781220"/>
                </a:lnTo>
                <a:lnTo>
                  <a:pt x="1792033" y="784061"/>
                </a:lnTo>
                <a:lnTo>
                  <a:pt x="1830991" y="786270"/>
                </a:lnTo>
                <a:lnTo>
                  <a:pt x="1869948" y="787849"/>
                </a:lnTo>
                <a:lnTo>
                  <a:pt x="1908905" y="788796"/>
                </a:lnTo>
                <a:lnTo>
                  <a:pt x="1947863" y="789111"/>
                </a:lnTo>
                <a:lnTo>
                  <a:pt x="1986820" y="788796"/>
                </a:lnTo>
                <a:lnTo>
                  <a:pt x="2025777" y="787849"/>
                </a:lnTo>
                <a:lnTo>
                  <a:pt x="2064734" y="786270"/>
                </a:lnTo>
                <a:lnTo>
                  <a:pt x="2103692" y="784061"/>
                </a:lnTo>
                <a:lnTo>
                  <a:pt x="2142649" y="781220"/>
                </a:lnTo>
                <a:lnTo>
                  <a:pt x="2181606" y="777748"/>
                </a:lnTo>
                <a:lnTo>
                  <a:pt x="2220563" y="773645"/>
                </a:lnTo>
                <a:lnTo>
                  <a:pt x="2259521" y="768910"/>
                </a:lnTo>
                <a:lnTo>
                  <a:pt x="2298478" y="763544"/>
                </a:lnTo>
                <a:lnTo>
                  <a:pt x="2337435" y="757547"/>
                </a:lnTo>
                <a:lnTo>
                  <a:pt x="2376392" y="750918"/>
                </a:lnTo>
                <a:lnTo>
                  <a:pt x="2415349" y="743658"/>
                </a:lnTo>
                <a:lnTo>
                  <a:pt x="2454307" y="735767"/>
                </a:lnTo>
                <a:lnTo>
                  <a:pt x="2493264" y="727245"/>
                </a:lnTo>
                <a:lnTo>
                  <a:pt x="2532221" y="718091"/>
                </a:lnTo>
                <a:lnTo>
                  <a:pt x="2571179" y="708306"/>
                </a:lnTo>
                <a:lnTo>
                  <a:pt x="2610136" y="697890"/>
                </a:lnTo>
                <a:lnTo>
                  <a:pt x="2649093" y="686842"/>
                </a:lnTo>
                <a:lnTo>
                  <a:pt x="2688050" y="675164"/>
                </a:lnTo>
                <a:lnTo>
                  <a:pt x="2727007" y="662853"/>
                </a:lnTo>
                <a:lnTo>
                  <a:pt x="2765965" y="649912"/>
                </a:lnTo>
                <a:lnTo>
                  <a:pt x="2804922" y="636339"/>
                </a:lnTo>
                <a:lnTo>
                  <a:pt x="2843879" y="622135"/>
                </a:lnTo>
                <a:lnTo>
                  <a:pt x="2882836" y="607300"/>
                </a:lnTo>
                <a:lnTo>
                  <a:pt x="2921794" y="591833"/>
                </a:lnTo>
                <a:lnTo>
                  <a:pt x="2960751" y="575736"/>
                </a:lnTo>
                <a:lnTo>
                  <a:pt x="2999708" y="559006"/>
                </a:lnTo>
                <a:lnTo>
                  <a:pt x="3038666" y="541646"/>
                </a:lnTo>
                <a:lnTo>
                  <a:pt x="3077623" y="523654"/>
                </a:lnTo>
                <a:lnTo>
                  <a:pt x="3116580" y="505031"/>
                </a:lnTo>
                <a:lnTo>
                  <a:pt x="3155537" y="485777"/>
                </a:lnTo>
                <a:lnTo>
                  <a:pt x="3194495" y="465891"/>
                </a:lnTo>
                <a:lnTo>
                  <a:pt x="3233452" y="445374"/>
                </a:lnTo>
                <a:lnTo>
                  <a:pt x="3272409" y="424226"/>
                </a:lnTo>
                <a:lnTo>
                  <a:pt x="3311366" y="402447"/>
                </a:lnTo>
                <a:lnTo>
                  <a:pt x="3350324" y="380036"/>
                </a:lnTo>
                <a:lnTo>
                  <a:pt x="3389281" y="356994"/>
                </a:lnTo>
                <a:lnTo>
                  <a:pt x="3428238" y="333321"/>
                </a:lnTo>
                <a:lnTo>
                  <a:pt x="3467195" y="309016"/>
                </a:lnTo>
                <a:lnTo>
                  <a:pt x="3506153" y="284080"/>
                </a:lnTo>
                <a:lnTo>
                  <a:pt x="3545110" y="258513"/>
                </a:lnTo>
                <a:lnTo>
                  <a:pt x="3584067" y="232314"/>
                </a:lnTo>
                <a:lnTo>
                  <a:pt x="3623024" y="205485"/>
                </a:lnTo>
                <a:lnTo>
                  <a:pt x="3661982" y="178023"/>
                </a:lnTo>
                <a:lnTo>
                  <a:pt x="3700939" y="149931"/>
                </a:lnTo>
                <a:lnTo>
                  <a:pt x="3739896" y="121207"/>
                </a:lnTo>
                <a:lnTo>
                  <a:pt x="3778853" y="91853"/>
                </a:lnTo>
                <a:lnTo>
                  <a:pt x="3817810" y="61866"/>
                </a:lnTo>
                <a:lnTo>
                  <a:pt x="3856768" y="31249"/>
                </a:lnTo>
                <a:lnTo>
                  <a:pt x="3895725" y="0"/>
                </a:lnTo>
              </a:path>
            </a:pathLst>
          </a:custGeom>
          <a:noFill/>
          <a:ln w="23813">
            <a:solidFill>
              <a:srgbClr val="8F979F"/>
            </a:solidFill>
            <a:prstDash val="solid"/>
          </a:ln>
        </p:spPr>
      </p:sp>
      <p:sp>
        <p:nvSpPr>
          <p:cNvPr id="42" name="math-1">
            <a:extLst>
              <a:ext uri="{FF2B5EF4-FFF2-40B4-BE49-F238E27FC236}">
                <ns2:creationId id="{460B7FC9-E29D-45D2-9530-800B3A435A70}"/>
              </a:ext>
            </a:extLst>
          </p:cNvPr>
          <p:cNvSpPr>
            <a:spLocks noGrp="1"/>
          </p:cNvSpPr>
          <p:nvPr/>
        </p:nvSpPr>
        <p:spPr>
          <a:xfrm>
            <a:off x="6191250" y="514350"/>
            <a:ext cx="1952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1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k−1</a:t>
            </a:r>
            <a:r>
              <a:rPr lang="en-US" sz="21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→ </a:t>
            </a:r>
            <a:r>
              <a:rPr lang="en-US" sz="21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1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2175"/>
          </a:p>
        </p:txBody>
      </p:sp>
      <p:sp>
        <p:nvSpPr>
          <p:cNvPr id="43" name="line">
            <a:extLst>
              <a:ext uri="{FF2B5EF4-FFF2-40B4-BE49-F238E27FC236}">
                <ns2:creationId id="{41F373E2-3A6E-4195-92D5-63000DD57710}"/>
              </a:ext>
            </a:extLst>
          </p:cNvPr>
          <p:cNvSpPr>
            <a:spLocks noGrp="1"/>
          </p:cNvSpPr>
          <p:nvPr/>
        </p:nvSpPr>
        <p:spPr>
          <a:xfrm>
            <a:off x="5238750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4" name="line">
            <a:extLst>
              <a:ext uri="{FF2B5EF4-FFF2-40B4-BE49-F238E27FC236}">
                <ns2:creationId id="{3F8A10DB-1427-44E6-88C0-586A42857282}"/>
              </a:ext>
            </a:extLst>
          </p:cNvPr>
          <p:cNvSpPr>
            <a:spLocks noGrp="1"/>
          </p:cNvSpPr>
          <p:nvPr/>
        </p:nvSpPr>
        <p:spPr>
          <a:xfrm>
            <a:off x="7809929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5" name="line">
            <a:extLst>
              <a:ext uri="{FF2B5EF4-FFF2-40B4-BE49-F238E27FC236}">
                <ns2:creationId id="{092F191A-8080-4F3E-9C35-E26586A24901}"/>
              </a:ext>
            </a:extLst>
          </p:cNvPr>
          <p:cNvSpPr>
            <a:spLocks noGrp="1"/>
          </p:cNvSpPr>
          <p:nvPr/>
        </p:nvSpPr>
        <p:spPr>
          <a:xfrm>
            <a:off x="9134475" y="26670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11430">
            <a:solidFill>
              <a:srgbClr val="202020"/>
            </a:solidFill>
            <a:prstDash val="solid"/>
          </a:ln>
        </p:spPr>
      </p:sp>
      <p:sp>
        <p:nvSpPr>
          <p:cNvPr id="46" name="math-2">
            <a:extLst>
              <a:ext uri="{FF2B5EF4-FFF2-40B4-BE49-F238E27FC236}">
                <ns2:creationId id="{F33B26C8-F686-46C6-B771-98F342BC210A}"/>
              </a:ext>
            </a:extLst>
          </p:cNvPr>
          <p:cNvSpPr>
            <a:spLocks noGrp="1"/>
          </p:cNvSpPr>
          <p:nvPr/>
        </p:nvSpPr>
        <p:spPr>
          <a:xfrm>
            <a:off x="5057775" y="2657475"/>
            <a:ext cx="3524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0</a:t>
            </a:r>
            <a:endParaRPr lang="en-US" sz="1650"/>
          </a:p>
        </p:txBody>
      </p:sp>
      <p:sp>
        <p:nvSpPr>
          <p:cNvPr id="47" name="math-3">
            <a:extLst>
              <a:ext uri="{FF2B5EF4-FFF2-40B4-BE49-F238E27FC236}">
                <ns2:creationId id="{AA44BF09-289A-4659-B51F-0E53076B25E6}"/>
              </a:ext>
            </a:extLst>
          </p:cNvPr>
          <p:cNvSpPr>
            <a:spLocks noGrp="1"/>
          </p:cNvSpPr>
          <p:nvPr/>
        </p:nvSpPr>
        <p:spPr>
          <a:xfrm>
            <a:off x="7476554" y="2657475"/>
            <a:ext cx="67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k−1</a:t>
            </a:r>
            <a:endParaRPr lang="en-US" sz="1650"/>
          </a:p>
        </p:txBody>
      </p:sp>
      <p:sp>
        <p:nvSpPr>
          <p:cNvPr id="48" name="math-4">
            <a:extLst>
              <a:ext uri="{FF2B5EF4-FFF2-40B4-BE49-F238E27FC236}">
                <ns2:creationId id="{6F3C8DAD-F231-4351-B78A-9CFE4B80777E}"/>
              </a:ext>
            </a:extLst>
          </p:cNvPr>
          <p:cNvSpPr>
            <a:spLocks noGrp="1"/>
          </p:cNvSpPr>
          <p:nvPr/>
        </p:nvSpPr>
        <p:spPr>
          <a:xfrm>
            <a:off x="8886825" y="2657475"/>
            <a:ext cx="49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165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165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1650"/>
          </a:p>
        </p:txBody>
      </p:sp>
      <p:sp>
        <p:nvSpPr>
          <p:cNvPr id="49" name="t">
            <a:extLst>
              <a:ext uri="{FF2B5EF4-FFF2-40B4-BE49-F238E27FC236}">
                <ns2:creationId id="{F5F2316A-A4B5-4682-9DE4-690099196C23}"/>
              </a:ext>
            </a:extLst>
          </p:cNvPr>
          <p:cNvSpPr>
            <a:spLocks noGrp="1"/>
          </p:cNvSpPr>
          <p:nvPr/>
        </p:nvSpPr>
        <p:spPr>
          <a:xfrm>
            <a:off x="9324975" y="2552700"/>
            <a:ext cx="200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0" name="math-5">
            <a:extLst>
              <a:ext uri="{FF2B5EF4-FFF2-40B4-BE49-F238E27FC236}">
                <ns2:creationId id="{0C5653E6-3F83-4363-A4FE-23EC08EEEFEA}"/>
              </a:ext>
            </a:extLst>
          </p:cNvPr>
          <p:cNvSpPr>
            <a:spLocks noGrp="1"/>
          </p:cNvSpPr>
          <p:nvPr/>
        </p:nvSpPr>
        <p:spPr>
          <a:xfrm>
            <a:off x="4895850" y="3171825"/>
            <a:ext cx="46005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(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 </a:t>
            </a:r>
            <a:r>
              <a:rPr lang="en-US" sz="2625" b="0" i="0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 xml:space="preserve">→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(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625" b="0" i="0" baseline="31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RM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625" b="0" i="0" baseline="31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T</a:t>
            </a:r>
            <a:r>
              <a:rPr lang="en-US" sz="26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</a:t>
            </a:r>
            <a:endParaRPr lang="en-US" sz="2625"/>
          </a:p>
        </p:txBody>
      </p:sp>
      <p:sp>
        <p:nvSpPr>
          <p:cNvPr id="51" name="dense form">
            <a:extLst>
              <a:ext uri="{FF2B5EF4-FFF2-40B4-BE49-F238E27FC236}">
                <ns2:creationId id="{D0A6FE82-8ECE-4439-A5AC-3BBBD28BF086}"/>
              </a:ext>
            </a:extLst>
          </p:cNvPr>
          <p:cNvSpPr>
            <a:spLocks noGrp="1"/>
          </p:cNvSpPr>
          <p:nvPr/>
        </p:nvSpPr>
        <p:spPr>
          <a:xfrm>
            <a:off x="9705975" y="619125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dense form</a:t>
            </a:r>
          </a:p>
        </p:txBody>
      </p:sp>
      <p:sp>
        <p:nvSpPr>
          <p:cNvPr id="52" name="retained factors">
            <a:extLst>
              <a:ext uri="{FF2B5EF4-FFF2-40B4-BE49-F238E27FC236}">
                <ns2:creationId id="{E6C6B237-96C2-4ABF-8694-2A538B66DCAE}"/>
              </a:ext>
            </a:extLst>
          </p:cNvPr>
          <p:cNvSpPr>
            <a:spLocks noGrp="1"/>
          </p:cNvSpPr>
          <p:nvPr/>
        </p:nvSpPr>
        <p:spPr>
          <a:xfrm>
            <a:off x="12144375" y="6191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retained factors</a:t>
            </a:r>
          </a:p>
        </p:txBody>
      </p:sp>
      <p:sp>
        <p:nvSpPr>
          <p:cNvPr id="53" name="editable matrix element">
            <a:extLst>
              <a:ext uri="{FF2B5EF4-FFF2-40B4-BE49-F238E27FC236}">
                <ns2:creationId id="{D8443D05-78DE-4B28-A342-664E67DDB4AA}"/>
              </a:ext>
            </a:extLst>
          </p:cNvPr>
          <p:cNvSpPr>
            <a:spLocks noGrp="1"/>
          </p:cNvSpPr>
          <p:nvPr/>
        </p:nvSpPr>
        <p:spPr>
          <a:xfrm>
            <a:off x="10067925" y="1066800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4" name="editable matrix element">
            <a:extLst>
              <a:ext uri="{FF2B5EF4-FFF2-40B4-BE49-F238E27FC236}">
                <ns2:creationId id="{170C7DEE-748D-41D4-BF05-73F2AB1356E9}"/>
              </a:ext>
            </a:extLst>
          </p:cNvPr>
          <p:cNvSpPr>
            <a:spLocks noGrp="1"/>
          </p:cNvSpPr>
          <p:nvPr/>
        </p:nvSpPr>
        <p:spPr>
          <a:xfrm>
            <a:off x="10294938" y="1066800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5" name="editable matrix element">
            <a:extLst>
              <a:ext uri="{FF2B5EF4-FFF2-40B4-BE49-F238E27FC236}">
                <ns2:creationId id="{162F0C7C-94A3-4952-B8C0-CEEB7CECBEC7}"/>
              </a:ext>
            </a:extLst>
          </p:cNvPr>
          <p:cNvSpPr>
            <a:spLocks noGrp="1"/>
          </p:cNvSpPr>
          <p:nvPr/>
        </p:nvSpPr>
        <p:spPr>
          <a:xfrm>
            <a:off x="10521950" y="1066800"/>
            <a:ext cx="227013" cy="227013"/>
          </a:xfrm>
          <a:prstGeom prst="rect">
            <a:avLst/>
          </a:prstGeom>
          <a:solidFill>
            <a:srgbClr val="A6C7E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6" name="editable matrix element">
            <a:extLst>
              <a:ext uri="{FF2B5EF4-FFF2-40B4-BE49-F238E27FC236}">
                <ns2:creationId id="{FB57C2D2-08B5-4190-9B6B-41C095EA0D8F}"/>
              </a:ext>
            </a:extLst>
          </p:cNvPr>
          <p:cNvSpPr>
            <a:spLocks noGrp="1"/>
          </p:cNvSpPr>
          <p:nvPr/>
        </p:nvSpPr>
        <p:spPr>
          <a:xfrm>
            <a:off x="10748963" y="1066800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7" name="editable matrix element">
            <a:extLst>
              <a:ext uri="{FF2B5EF4-FFF2-40B4-BE49-F238E27FC236}">
                <ns2:creationId id="{299667CF-CACB-45FF-9860-32B6D4C211FF}"/>
              </a:ext>
            </a:extLst>
          </p:cNvPr>
          <p:cNvSpPr>
            <a:spLocks noGrp="1"/>
          </p:cNvSpPr>
          <p:nvPr/>
        </p:nvSpPr>
        <p:spPr>
          <a:xfrm>
            <a:off x="10975975" y="106680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8" name="editable matrix element">
            <a:extLst>
              <a:ext uri="{FF2B5EF4-FFF2-40B4-BE49-F238E27FC236}">
                <ns2:creationId id="{18BB2DA9-260B-46CB-9EA2-48B0A8068CA7}"/>
              </a:ext>
            </a:extLst>
          </p:cNvPr>
          <p:cNvSpPr>
            <a:spLocks noGrp="1"/>
          </p:cNvSpPr>
          <p:nvPr/>
        </p:nvSpPr>
        <p:spPr>
          <a:xfrm>
            <a:off x="11202988" y="1066800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9" name="editable matrix element">
            <a:extLst>
              <a:ext uri="{FF2B5EF4-FFF2-40B4-BE49-F238E27FC236}">
                <ns2:creationId id="{963CD867-8574-44A0-A91F-11F5FC76FDAC}"/>
              </a:ext>
            </a:extLst>
          </p:cNvPr>
          <p:cNvSpPr>
            <a:spLocks noGrp="1"/>
          </p:cNvSpPr>
          <p:nvPr/>
        </p:nvSpPr>
        <p:spPr>
          <a:xfrm>
            <a:off x="10067925" y="1293813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0" name="editable matrix element">
            <a:extLst>
              <a:ext uri="{FF2B5EF4-FFF2-40B4-BE49-F238E27FC236}">
                <ns2:creationId id="{C8E67F19-423F-4904-B4EB-30B1CF2D108A}"/>
              </a:ext>
            </a:extLst>
          </p:cNvPr>
          <p:cNvSpPr>
            <a:spLocks noGrp="1"/>
          </p:cNvSpPr>
          <p:nvPr/>
        </p:nvSpPr>
        <p:spPr>
          <a:xfrm>
            <a:off x="10294938" y="1293813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1" name="editable matrix element">
            <a:extLst>
              <a:ext uri="{FF2B5EF4-FFF2-40B4-BE49-F238E27FC236}">
                <ns2:creationId id="{F56AEF89-21D0-4363-8E56-96DFACC7D3EE}"/>
              </a:ext>
            </a:extLst>
          </p:cNvPr>
          <p:cNvSpPr>
            <a:spLocks noGrp="1"/>
          </p:cNvSpPr>
          <p:nvPr/>
        </p:nvSpPr>
        <p:spPr>
          <a:xfrm>
            <a:off x="10521950" y="1293813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2" name="editable matrix element">
            <a:extLst>
              <a:ext uri="{FF2B5EF4-FFF2-40B4-BE49-F238E27FC236}">
                <ns2:creationId id="{2EE2D1A0-1B72-413D-A711-3B8D5B71BF30}"/>
              </a:ext>
            </a:extLst>
          </p:cNvPr>
          <p:cNvSpPr>
            <a:spLocks noGrp="1"/>
          </p:cNvSpPr>
          <p:nvPr/>
        </p:nvSpPr>
        <p:spPr>
          <a:xfrm>
            <a:off x="10748963" y="129381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3" name="editable matrix element">
            <a:extLst>
              <a:ext uri="{FF2B5EF4-FFF2-40B4-BE49-F238E27FC236}">
                <ns2:creationId id="{BB6B63D4-7B8C-4433-B5C5-12BD9B272702}"/>
              </a:ext>
            </a:extLst>
          </p:cNvPr>
          <p:cNvSpPr>
            <a:spLocks noGrp="1"/>
          </p:cNvSpPr>
          <p:nvPr/>
        </p:nvSpPr>
        <p:spPr>
          <a:xfrm>
            <a:off x="10975975" y="1293813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4" name="editable matrix element">
            <a:extLst>
              <a:ext uri="{FF2B5EF4-FFF2-40B4-BE49-F238E27FC236}">
                <ns2:creationId id="{6ACB3E50-8631-47D0-ADCA-37027C20ADF1}"/>
              </a:ext>
            </a:extLst>
          </p:cNvPr>
          <p:cNvSpPr>
            <a:spLocks noGrp="1"/>
          </p:cNvSpPr>
          <p:nvPr/>
        </p:nvSpPr>
        <p:spPr>
          <a:xfrm>
            <a:off x="11202988" y="129381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5" name="editable matrix element">
            <a:extLst>
              <a:ext uri="{FF2B5EF4-FFF2-40B4-BE49-F238E27FC236}">
                <ns2:creationId id="{5FFD6900-1C3C-4A72-8D30-BABC56BA5EE1}"/>
              </a:ext>
            </a:extLst>
          </p:cNvPr>
          <p:cNvSpPr>
            <a:spLocks noGrp="1"/>
          </p:cNvSpPr>
          <p:nvPr/>
        </p:nvSpPr>
        <p:spPr>
          <a:xfrm>
            <a:off x="10067925" y="1520825"/>
            <a:ext cx="227013" cy="227013"/>
          </a:xfrm>
          <a:prstGeom prst="rect">
            <a:avLst/>
          </a:prstGeom>
          <a:solidFill>
            <a:srgbClr val="A6C7E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6" name="editable matrix element">
            <a:extLst>
              <a:ext uri="{FF2B5EF4-FFF2-40B4-BE49-F238E27FC236}">
                <ns2:creationId id="{57C2D415-E1E5-4D4A-86F0-7B0B88A43E23}"/>
              </a:ext>
            </a:extLst>
          </p:cNvPr>
          <p:cNvSpPr>
            <a:spLocks noGrp="1"/>
          </p:cNvSpPr>
          <p:nvPr/>
        </p:nvSpPr>
        <p:spPr>
          <a:xfrm>
            <a:off x="10294938" y="1520825"/>
            <a:ext cx="227013" cy="227013"/>
          </a:xfrm>
          <a:prstGeom prst="rect">
            <a:avLst/>
          </a:prstGeom>
          <a:solidFill>
            <a:srgbClr val="7BACD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7" name="editable matrix element">
            <a:extLst>
              <a:ext uri="{FF2B5EF4-FFF2-40B4-BE49-F238E27FC236}">
                <ns2:creationId id="{50F2FCF7-7B58-43AE-AE35-43D14D48A828}"/>
              </a:ext>
            </a:extLst>
          </p:cNvPr>
          <p:cNvSpPr>
            <a:spLocks noGrp="1"/>
          </p:cNvSpPr>
          <p:nvPr/>
        </p:nvSpPr>
        <p:spPr>
          <a:xfrm>
            <a:off x="10521950" y="1520825"/>
            <a:ext cx="227013" cy="227013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8" name="editable matrix element">
            <a:extLst>
              <a:ext uri="{FF2B5EF4-FFF2-40B4-BE49-F238E27FC236}">
                <ns2:creationId id="{260CB522-B95C-4966-9593-439C0634AED6}"/>
              </a:ext>
            </a:extLst>
          </p:cNvPr>
          <p:cNvSpPr>
            <a:spLocks noGrp="1"/>
          </p:cNvSpPr>
          <p:nvPr/>
        </p:nvSpPr>
        <p:spPr>
          <a:xfrm>
            <a:off x="10748963" y="1520825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9" name="editable matrix element">
            <a:extLst>
              <a:ext uri="{FF2B5EF4-FFF2-40B4-BE49-F238E27FC236}">
                <ns2:creationId id="{49AB20E7-C021-4F9E-9690-80B6DA6C148B}"/>
              </a:ext>
            </a:extLst>
          </p:cNvPr>
          <p:cNvSpPr>
            <a:spLocks noGrp="1"/>
          </p:cNvSpPr>
          <p:nvPr/>
        </p:nvSpPr>
        <p:spPr>
          <a:xfrm>
            <a:off x="10975975" y="1520825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0" name="editable matrix element">
            <a:extLst>
              <a:ext uri="{FF2B5EF4-FFF2-40B4-BE49-F238E27FC236}">
                <ns2:creationId id="{2F82D395-6F8E-4FAF-9882-D5A0F41AFBA9}"/>
              </a:ext>
            </a:extLst>
          </p:cNvPr>
          <p:cNvSpPr>
            <a:spLocks noGrp="1"/>
          </p:cNvSpPr>
          <p:nvPr/>
        </p:nvSpPr>
        <p:spPr>
          <a:xfrm>
            <a:off x="11202988" y="1520825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1" name="editable matrix element">
            <a:extLst>
              <a:ext uri="{FF2B5EF4-FFF2-40B4-BE49-F238E27FC236}">
                <ns2:creationId id="{08F49D30-D575-425B-BC72-24E3FBF0C6E4}"/>
              </a:ext>
            </a:extLst>
          </p:cNvPr>
          <p:cNvSpPr>
            <a:spLocks noGrp="1"/>
          </p:cNvSpPr>
          <p:nvPr/>
        </p:nvSpPr>
        <p:spPr>
          <a:xfrm>
            <a:off x="10067925" y="1747838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2" name="editable matrix element">
            <a:extLst>
              <a:ext uri="{FF2B5EF4-FFF2-40B4-BE49-F238E27FC236}">
                <ns2:creationId id="{BA59C572-C16F-4782-B369-7D2C6F788229}"/>
              </a:ext>
            </a:extLst>
          </p:cNvPr>
          <p:cNvSpPr>
            <a:spLocks noGrp="1"/>
          </p:cNvSpPr>
          <p:nvPr/>
        </p:nvSpPr>
        <p:spPr>
          <a:xfrm>
            <a:off x="10294938" y="1747838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3" name="editable matrix element">
            <a:extLst>
              <a:ext uri="{FF2B5EF4-FFF2-40B4-BE49-F238E27FC236}">
                <ns2:creationId id="{60018DF6-E84F-4E40-9F79-505110C6E88D}"/>
              </a:ext>
            </a:extLst>
          </p:cNvPr>
          <p:cNvSpPr>
            <a:spLocks noGrp="1"/>
          </p:cNvSpPr>
          <p:nvPr/>
        </p:nvSpPr>
        <p:spPr>
          <a:xfrm>
            <a:off x="10521950" y="1747838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4" name="editable matrix element">
            <a:extLst>
              <a:ext uri="{FF2B5EF4-FFF2-40B4-BE49-F238E27FC236}">
                <ns2:creationId id="{EDD47730-9F11-446A-A1AA-708B690B5D4F}"/>
              </a:ext>
            </a:extLst>
          </p:cNvPr>
          <p:cNvSpPr>
            <a:spLocks noGrp="1"/>
          </p:cNvSpPr>
          <p:nvPr/>
        </p:nvSpPr>
        <p:spPr>
          <a:xfrm>
            <a:off x="10748963" y="1747838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5" name="editable matrix element">
            <a:extLst>
              <a:ext uri="{FF2B5EF4-FFF2-40B4-BE49-F238E27FC236}">
                <ns2:creationId id="{DC337DA1-9E1D-4650-89D7-F02785FA181D}"/>
              </a:ext>
            </a:extLst>
          </p:cNvPr>
          <p:cNvSpPr>
            <a:spLocks noGrp="1"/>
          </p:cNvSpPr>
          <p:nvPr/>
        </p:nvSpPr>
        <p:spPr>
          <a:xfrm>
            <a:off x="10975975" y="1747838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6" name="editable matrix element">
            <a:extLst>
              <a:ext uri="{FF2B5EF4-FFF2-40B4-BE49-F238E27FC236}">
                <ns2:creationId id="{61AEF53A-D044-4A15-AB8B-1E30C3DB8AD5}"/>
              </a:ext>
            </a:extLst>
          </p:cNvPr>
          <p:cNvSpPr>
            <a:spLocks noGrp="1"/>
          </p:cNvSpPr>
          <p:nvPr/>
        </p:nvSpPr>
        <p:spPr>
          <a:xfrm>
            <a:off x="11202988" y="1747838"/>
            <a:ext cx="227013" cy="227013"/>
          </a:xfrm>
          <a:prstGeom prst="rect">
            <a:avLst/>
          </a:prstGeom>
          <a:solidFill>
            <a:srgbClr val="F4CF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7" name="editable matrix element">
            <a:extLst>
              <a:ext uri="{FF2B5EF4-FFF2-40B4-BE49-F238E27FC236}">
                <ns2:creationId id="{E1419BF2-7551-4B9C-BC2D-39F04AD27ECB}"/>
              </a:ext>
            </a:extLst>
          </p:cNvPr>
          <p:cNvSpPr>
            <a:spLocks noGrp="1"/>
          </p:cNvSpPr>
          <p:nvPr/>
        </p:nvSpPr>
        <p:spPr>
          <a:xfrm>
            <a:off x="10067925" y="197485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8" name="editable matrix element">
            <a:extLst>
              <a:ext uri="{FF2B5EF4-FFF2-40B4-BE49-F238E27FC236}">
                <ns2:creationId id="{4D9B1B73-B260-464A-B8D7-25FB8E2BE767}"/>
              </a:ext>
            </a:extLst>
          </p:cNvPr>
          <p:cNvSpPr>
            <a:spLocks noGrp="1"/>
          </p:cNvSpPr>
          <p:nvPr/>
        </p:nvSpPr>
        <p:spPr>
          <a:xfrm>
            <a:off x="10294938" y="1974850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9" name="editable matrix element">
            <a:extLst>
              <a:ext uri="{FF2B5EF4-FFF2-40B4-BE49-F238E27FC236}">
                <ns2:creationId id="{BBE688C2-1FCF-410B-841F-A31EF2FE4662}"/>
              </a:ext>
            </a:extLst>
          </p:cNvPr>
          <p:cNvSpPr>
            <a:spLocks noGrp="1"/>
          </p:cNvSpPr>
          <p:nvPr/>
        </p:nvSpPr>
        <p:spPr>
          <a:xfrm>
            <a:off x="10521950" y="1974850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0" name="editable matrix element">
            <a:extLst>
              <a:ext uri="{FF2B5EF4-FFF2-40B4-BE49-F238E27FC236}">
                <ns2:creationId id="{231F78E6-A638-47E8-9B74-CC7E3DEF4131}"/>
              </a:ext>
            </a:extLst>
          </p:cNvPr>
          <p:cNvSpPr>
            <a:spLocks noGrp="1"/>
          </p:cNvSpPr>
          <p:nvPr/>
        </p:nvSpPr>
        <p:spPr>
          <a:xfrm>
            <a:off x="10748963" y="1974850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1" name="editable matrix element">
            <a:extLst>
              <a:ext uri="{FF2B5EF4-FFF2-40B4-BE49-F238E27FC236}">
                <ns2:creationId id="{5694CB0F-ECCE-496F-8F85-399598D6D7AB}"/>
              </a:ext>
            </a:extLst>
          </p:cNvPr>
          <p:cNvSpPr>
            <a:spLocks noGrp="1"/>
          </p:cNvSpPr>
          <p:nvPr/>
        </p:nvSpPr>
        <p:spPr>
          <a:xfrm>
            <a:off x="10975975" y="1974850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2" name="editable matrix element">
            <a:extLst>
              <a:ext uri="{FF2B5EF4-FFF2-40B4-BE49-F238E27FC236}">
                <ns2:creationId id="{FA4AD6AA-B785-422A-B7AA-1B30576D3818}"/>
              </a:ext>
            </a:extLst>
          </p:cNvPr>
          <p:cNvSpPr>
            <a:spLocks noGrp="1"/>
          </p:cNvSpPr>
          <p:nvPr/>
        </p:nvSpPr>
        <p:spPr>
          <a:xfrm>
            <a:off x="11202988" y="1974850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3" name="editable matrix element">
            <a:extLst>
              <a:ext uri="{FF2B5EF4-FFF2-40B4-BE49-F238E27FC236}">
                <ns2:creationId id="{9D0504C8-3DA2-45BD-B0F4-B5A77F869778}"/>
              </a:ext>
            </a:extLst>
          </p:cNvPr>
          <p:cNvSpPr>
            <a:spLocks noGrp="1"/>
          </p:cNvSpPr>
          <p:nvPr/>
        </p:nvSpPr>
        <p:spPr>
          <a:xfrm>
            <a:off x="10067925" y="2201863"/>
            <a:ext cx="227013" cy="227013"/>
          </a:xfrm>
          <a:prstGeom prst="rect">
            <a:avLst/>
          </a:prstGeom>
          <a:solidFill>
            <a:srgbClr val="CFC0DC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4" name="editable matrix element">
            <a:extLst>
              <a:ext uri="{FF2B5EF4-FFF2-40B4-BE49-F238E27FC236}">
                <ns2:creationId id="{7D5C127C-A18E-4B6A-89DD-45C3D48D75E2}"/>
              </a:ext>
            </a:extLst>
          </p:cNvPr>
          <p:cNvSpPr>
            <a:spLocks noGrp="1"/>
          </p:cNvSpPr>
          <p:nvPr/>
        </p:nvSpPr>
        <p:spPr>
          <a:xfrm>
            <a:off x="10294938" y="2201863"/>
            <a:ext cx="227013" cy="227013"/>
          </a:xfrm>
          <a:prstGeom prst="rect">
            <a:avLst/>
          </a:prstGeom>
          <a:solidFill>
            <a:srgbClr val="B8A1C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5" name="editable matrix element">
            <a:extLst>
              <a:ext uri="{FF2B5EF4-FFF2-40B4-BE49-F238E27FC236}">
                <ns2:creationId id="{BB6C52C0-FD9B-41DF-A7AB-B070E14ACA8E}"/>
              </a:ext>
            </a:extLst>
          </p:cNvPr>
          <p:cNvSpPr>
            <a:spLocks noGrp="1"/>
          </p:cNvSpPr>
          <p:nvPr/>
        </p:nvSpPr>
        <p:spPr>
          <a:xfrm>
            <a:off x="10521950" y="2201863"/>
            <a:ext cx="227013" cy="227013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6" name="editable matrix element">
            <a:extLst>
              <a:ext uri="{FF2B5EF4-FFF2-40B4-BE49-F238E27FC236}">
                <ns2:creationId id="{622100E1-7D8D-4EB1-8B69-68B49778F3C1}"/>
              </a:ext>
            </a:extLst>
          </p:cNvPr>
          <p:cNvSpPr>
            <a:spLocks noGrp="1"/>
          </p:cNvSpPr>
          <p:nvPr/>
        </p:nvSpPr>
        <p:spPr>
          <a:xfrm>
            <a:off x="10748963" y="2201863"/>
            <a:ext cx="227013" cy="227013"/>
          </a:xfrm>
          <a:prstGeom prst="rect">
            <a:avLst/>
          </a:prstGeom>
          <a:solidFill>
            <a:srgbClr val="F4CF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7" name="editable matrix element">
            <a:extLst>
              <a:ext uri="{FF2B5EF4-FFF2-40B4-BE49-F238E27FC236}">
                <ns2:creationId id="{2BD049C3-1D77-4434-B0AB-40070E969CBE}"/>
              </a:ext>
            </a:extLst>
          </p:cNvPr>
          <p:cNvSpPr>
            <a:spLocks noGrp="1"/>
          </p:cNvSpPr>
          <p:nvPr/>
        </p:nvSpPr>
        <p:spPr>
          <a:xfrm>
            <a:off x="10975975" y="2201863"/>
            <a:ext cx="227013" cy="227013"/>
          </a:xfrm>
          <a:prstGeom prst="rect">
            <a:avLst/>
          </a:prstGeom>
          <a:solidFill>
            <a:srgbClr val="EFB8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8" name="editable matrix element">
            <a:extLst>
              <a:ext uri="{FF2B5EF4-FFF2-40B4-BE49-F238E27FC236}">
                <ns2:creationId id="{6BEA0272-BB66-4994-BDB8-1F5E1028636B}"/>
              </a:ext>
            </a:extLst>
          </p:cNvPr>
          <p:cNvSpPr>
            <a:spLocks noGrp="1"/>
          </p:cNvSpPr>
          <p:nvPr/>
        </p:nvSpPr>
        <p:spPr>
          <a:xfrm>
            <a:off x="11202988" y="2201863"/>
            <a:ext cx="227013" cy="227013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9" name="matrix perimeter">
            <a:extLst>
              <a:ext uri="{FF2B5EF4-FFF2-40B4-BE49-F238E27FC236}">
                <ns2:creationId id="{7A2DAA8B-0BDF-484C-8E60-104E0AA4C143}"/>
              </a:ext>
            </a:extLst>
          </p:cNvPr>
          <p:cNvSpPr>
            <a:spLocks noGrp="1"/>
          </p:cNvSpPr>
          <p:nvPr/>
        </p:nvSpPr>
        <p:spPr>
          <a:xfrm>
            <a:off x="10067925" y="1066800"/>
            <a:ext cx="1362075" cy="1362075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90" name="line">
            <a:extLst>
              <a:ext uri="{FF2B5EF4-FFF2-40B4-BE49-F238E27FC236}">
                <ns2:creationId id="{AC6A0F1E-87CA-488A-8556-83DC549E4B8E}"/>
              </a:ext>
            </a:extLst>
          </p:cNvPr>
          <p:cNvSpPr>
            <a:spLocks noGrp="1"/>
          </p:cNvSpPr>
          <p:nvPr/>
        </p:nvSpPr>
        <p:spPr>
          <a:xfrm>
            <a:off x="10748963" y="1066800"/>
            <a:ext cx="95" cy="1362075"/>
          </a:xfrm>
          <a:custGeom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15240">
            <a:solidFill>
              <a:srgbClr val="202020"/>
            </a:solidFill>
            <a:prstDash val="solid"/>
          </a:ln>
        </p:spPr>
      </p:sp>
      <p:sp>
        <p:nvSpPr>
          <p:cNvPr id="91" name="line">
            <a:extLst>
              <a:ext uri="{FF2B5EF4-FFF2-40B4-BE49-F238E27FC236}">
                <ns2:creationId id="{9B50805B-3811-4757-8C33-A60C28C90505}"/>
              </a:ext>
            </a:extLst>
          </p:cNvPr>
          <p:cNvSpPr>
            <a:spLocks noGrp="1"/>
          </p:cNvSpPr>
          <p:nvPr/>
        </p:nvSpPr>
        <p:spPr>
          <a:xfrm>
            <a:off x="10067925" y="1747838"/>
            <a:ext cx="1362075" cy="95"/>
          </a:xfrm>
          <a:custGeom>
            <a:pathLst>
              <a:path w="1362075" h="9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/>
          <a:ln w="15240">
            <a:solidFill>
              <a:srgbClr val="202020"/>
            </a:solidFill>
            <a:prstDash val="solid"/>
          </a:ln>
        </p:spPr>
      </p:sp>
      <p:sp>
        <p:nvSpPr>
          <p:cNvPr id="92" name="=">
            <a:extLst>
              <a:ext uri="{FF2B5EF4-FFF2-40B4-BE49-F238E27FC236}">
                <ns2:creationId id="{5BF8012C-14D6-40E3-AF11-401B94043920}"/>
              </a:ext>
            </a:extLst>
          </p:cNvPr>
          <p:cNvSpPr>
            <a:spLocks noGrp="1"/>
          </p:cNvSpPr>
          <p:nvPr/>
        </p:nvSpPr>
        <p:spPr>
          <a:xfrm>
            <a:off x="11534775" y="1504950"/>
            <a:ext cx="38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62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93" name="editable matrix element">
            <a:extLst>
              <a:ext uri="{FF2B5EF4-FFF2-40B4-BE49-F238E27FC236}">
                <ns2:creationId id="{425E789B-E4C9-4571-93A9-20B43ED1D72A}"/>
              </a:ext>
            </a:extLst>
          </p:cNvPr>
          <p:cNvSpPr>
            <a:spLocks noGrp="1"/>
          </p:cNvSpPr>
          <p:nvPr/>
        </p:nvSpPr>
        <p:spPr>
          <a:xfrm>
            <a:off x="12068175" y="1266825"/>
            <a:ext cx="352425" cy="352425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4" name="editable matrix element">
            <a:extLst>
              <a:ext uri="{FF2B5EF4-FFF2-40B4-BE49-F238E27FC236}">
                <ns2:creationId id="{337E804A-9679-460C-857D-1F286E346C74}"/>
              </a:ext>
            </a:extLst>
          </p:cNvPr>
          <p:cNvSpPr>
            <a:spLocks noGrp="1"/>
          </p:cNvSpPr>
          <p:nvPr/>
        </p:nvSpPr>
        <p:spPr>
          <a:xfrm>
            <a:off x="12420600" y="1266825"/>
            <a:ext cx="352425" cy="352425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5" name="editable matrix element">
            <a:extLst>
              <a:ext uri="{FF2B5EF4-FFF2-40B4-BE49-F238E27FC236}">
                <ns2:creationId id="{BC672D18-BD9B-4E5B-B335-9724295C1C91}"/>
              </a:ext>
            </a:extLst>
          </p:cNvPr>
          <p:cNvSpPr>
            <a:spLocks noGrp="1"/>
          </p:cNvSpPr>
          <p:nvPr/>
        </p:nvSpPr>
        <p:spPr>
          <a:xfrm>
            <a:off x="12068175" y="1619250"/>
            <a:ext cx="352425" cy="352425"/>
          </a:xfrm>
          <a:prstGeom prst="rect">
            <a:avLst/>
          </a:prstGeom>
          <a:solidFill>
            <a:srgbClr val="8B66A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6" name="editable matrix element">
            <a:extLst>
              <a:ext uri="{FF2B5EF4-FFF2-40B4-BE49-F238E27FC236}">
                <ns2:creationId id="{F5BBE6A7-0A31-4C69-AD32-A241BC4E7255}"/>
              </a:ext>
            </a:extLst>
          </p:cNvPr>
          <p:cNvSpPr>
            <a:spLocks noGrp="1"/>
          </p:cNvSpPr>
          <p:nvPr/>
        </p:nvSpPr>
        <p:spPr>
          <a:xfrm>
            <a:off x="12420600" y="1619250"/>
            <a:ext cx="352425" cy="352425"/>
          </a:xfrm>
          <a:prstGeom prst="rect">
            <a:avLst/>
          </a:prstGeom>
          <a:solidFill>
            <a:srgbClr val="E58B2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7" name="matrix perimeter">
            <a:extLst>
              <a:ext uri="{FF2B5EF4-FFF2-40B4-BE49-F238E27FC236}">
                <ns2:creationId id="{AB93BB00-8622-4F76-A016-FE41BE0DDF45}"/>
              </a:ext>
            </a:extLst>
          </p:cNvPr>
          <p:cNvSpPr>
            <a:spLocks noGrp="1"/>
          </p:cNvSpPr>
          <p:nvPr/>
        </p:nvSpPr>
        <p:spPr>
          <a:xfrm>
            <a:off x="12068175" y="1266825"/>
            <a:ext cx="704850" cy="704850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98" name="line">
            <a:extLst>
              <a:ext uri="{FF2B5EF4-FFF2-40B4-BE49-F238E27FC236}">
                <ns2:creationId id="{7FCA8000-693B-495F-B289-D258CCC77BB2}"/>
              </a:ext>
            </a:extLst>
          </p:cNvPr>
          <p:cNvSpPr>
            <a:spLocks noGrp="1"/>
          </p:cNvSpPr>
          <p:nvPr/>
        </p:nvSpPr>
        <p:spPr>
          <a:xfrm>
            <a:off x="12420600" y="1266825"/>
            <a:ext cx="95" cy="704850"/>
          </a:xfrm>
          <a:custGeom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10478">
            <a:solidFill>
              <a:srgbClr val="202020"/>
            </a:solidFill>
            <a:prstDash val="solid"/>
          </a:ln>
        </p:spPr>
      </p:sp>
      <p:sp>
        <p:nvSpPr>
          <p:cNvPr id="99" name="line">
            <a:extLst>
              <a:ext uri="{FF2B5EF4-FFF2-40B4-BE49-F238E27FC236}">
                <ns2:creationId id="{0B1BC07D-AF6A-4D8B-B76D-58CA8C44E23D}"/>
              </a:ext>
            </a:extLst>
          </p:cNvPr>
          <p:cNvSpPr>
            <a:spLocks noGrp="1"/>
          </p:cNvSpPr>
          <p:nvPr/>
        </p:nvSpPr>
        <p:spPr>
          <a:xfrm>
            <a:off x="12068175" y="1619250"/>
            <a:ext cx="704850" cy="95"/>
          </a:xfrm>
          <a:custGeom>
            <a:pathLst>
              <a:path w="704850" h="95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/>
          <a:ln w="10478">
            <a:solidFill>
              <a:srgbClr val="202020"/>
            </a:solidFill>
            <a:prstDash val="solid"/>
          </a:ln>
        </p:spPr>
      </p:sp>
      <p:sp>
        <p:nvSpPr>
          <p:cNvPr id="100" name="⊗">
            <a:extLst>
              <a:ext uri="{FF2B5EF4-FFF2-40B4-BE49-F238E27FC236}">
                <ns2:creationId id="{4C92E59D-80C6-4ADC-ABB7-A4EA29061ABC}"/>
              </a:ext>
            </a:extLst>
          </p:cNvPr>
          <p:cNvSpPr>
            <a:spLocks noGrp="1"/>
          </p:cNvSpPr>
          <p:nvPr/>
        </p:nvSpPr>
        <p:spPr>
          <a:xfrm>
            <a:off x="12896850" y="1428750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⊗</a:t>
            </a:r>
          </a:p>
        </p:txBody>
      </p:sp>
      <p:sp>
        <p:nvSpPr>
          <p:cNvPr id="101" name="editable matrix element">
            <a:extLst>
              <a:ext uri="{FF2B5EF4-FFF2-40B4-BE49-F238E27FC236}">
                <ns2:creationId id="{DBD23EA2-415E-4579-A50D-45044E4847D5}"/>
              </a:ext>
            </a:extLst>
          </p:cNvPr>
          <p:cNvSpPr>
            <a:spLocks noGrp="1"/>
          </p:cNvSpPr>
          <p:nvPr/>
        </p:nvSpPr>
        <p:spPr>
          <a:xfrm>
            <a:off x="13411200" y="126682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2" name="editable matrix element">
            <a:extLst>
              <a:ext uri="{FF2B5EF4-FFF2-40B4-BE49-F238E27FC236}">
                <ns2:creationId id="{B68C4757-216B-4899-94DB-847C7F16893C}"/>
              </a:ext>
            </a:extLst>
          </p:cNvPr>
          <p:cNvSpPr>
            <a:spLocks noGrp="1"/>
          </p:cNvSpPr>
          <p:nvPr/>
        </p:nvSpPr>
        <p:spPr>
          <a:xfrm>
            <a:off x="13646150" y="126682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3" name="editable matrix element">
            <a:extLst>
              <a:ext uri="{FF2B5EF4-FFF2-40B4-BE49-F238E27FC236}">
                <ns2:creationId id="{3CF796FE-80FD-44BB-ADF9-8D13B8491AD7}"/>
              </a:ext>
            </a:extLst>
          </p:cNvPr>
          <p:cNvSpPr>
            <a:spLocks noGrp="1"/>
          </p:cNvSpPr>
          <p:nvPr/>
        </p:nvSpPr>
        <p:spPr>
          <a:xfrm>
            <a:off x="13881100" y="1266825"/>
            <a:ext cx="234950" cy="234950"/>
          </a:xfrm>
          <a:prstGeom prst="rect">
            <a:avLst/>
          </a:prstGeom>
          <a:solidFill>
            <a:srgbClr val="CFD2D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4" name="editable matrix element">
            <a:extLst>
              <a:ext uri="{FF2B5EF4-FFF2-40B4-BE49-F238E27FC236}">
                <ns2:creationId id="{37E7E168-D4A6-4FBB-936D-E82E6D78F21F}"/>
              </a:ext>
            </a:extLst>
          </p:cNvPr>
          <p:cNvSpPr>
            <a:spLocks noGrp="1"/>
          </p:cNvSpPr>
          <p:nvPr/>
        </p:nvSpPr>
        <p:spPr>
          <a:xfrm>
            <a:off x="13411200" y="150177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5" name="editable matrix element">
            <a:extLst>
              <a:ext uri="{FF2B5EF4-FFF2-40B4-BE49-F238E27FC236}">
                <ns2:creationId id="{CF82C681-F857-4488-B5DE-BDEC654520E7}"/>
              </a:ext>
            </a:extLst>
          </p:cNvPr>
          <p:cNvSpPr>
            <a:spLocks noGrp="1"/>
          </p:cNvSpPr>
          <p:nvPr/>
        </p:nvSpPr>
        <p:spPr>
          <a:xfrm>
            <a:off x="13646150" y="150177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6" name="editable matrix element">
            <a:extLst>
              <a:ext uri="{FF2B5EF4-FFF2-40B4-BE49-F238E27FC236}">
                <ns2:creationId id="{49309B80-D93D-4E42-97DF-03F12916C6F7}"/>
              </a:ext>
            </a:extLst>
          </p:cNvPr>
          <p:cNvSpPr>
            <a:spLocks noGrp="1"/>
          </p:cNvSpPr>
          <p:nvPr/>
        </p:nvSpPr>
        <p:spPr>
          <a:xfrm>
            <a:off x="13881100" y="150177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7" name="editable matrix element">
            <a:extLst>
              <a:ext uri="{FF2B5EF4-FFF2-40B4-BE49-F238E27FC236}">
                <ns2:creationId id="{A8A0A887-F1A5-48ED-930C-E6048B078555}"/>
              </a:ext>
            </a:extLst>
          </p:cNvPr>
          <p:cNvSpPr>
            <a:spLocks noGrp="1"/>
          </p:cNvSpPr>
          <p:nvPr/>
        </p:nvSpPr>
        <p:spPr>
          <a:xfrm>
            <a:off x="13411200" y="1736725"/>
            <a:ext cx="234950" cy="234950"/>
          </a:xfrm>
          <a:prstGeom prst="rect">
            <a:avLst/>
          </a:prstGeom>
          <a:solidFill>
            <a:srgbClr val="CFD2D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8" name="editable matrix element">
            <a:extLst>
              <a:ext uri="{FF2B5EF4-FFF2-40B4-BE49-F238E27FC236}">
                <ns2:creationId id="{92D8E024-9C78-47B8-8D2B-441D626B97D1}"/>
              </a:ext>
            </a:extLst>
          </p:cNvPr>
          <p:cNvSpPr>
            <a:spLocks noGrp="1"/>
          </p:cNvSpPr>
          <p:nvPr/>
        </p:nvSpPr>
        <p:spPr>
          <a:xfrm>
            <a:off x="13646150" y="1736725"/>
            <a:ext cx="234950" cy="234950"/>
          </a:xfrm>
          <a:prstGeom prst="rect">
            <a:avLst/>
          </a:prstGeom>
          <a:solidFill>
            <a:srgbClr val="B8BCC0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9" name="editable matrix element">
            <a:extLst>
              <a:ext uri="{FF2B5EF4-FFF2-40B4-BE49-F238E27FC236}">
                <ns2:creationId id="{E44E4C19-3339-4A8A-BE93-CE16A3D752ED}"/>
              </a:ext>
            </a:extLst>
          </p:cNvPr>
          <p:cNvSpPr>
            <a:spLocks noGrp="1"/>
          </p:cNvSpPr>
          <p:nvPr/>
        </p:nvSpPr>
        <p:spPr>
          <a:xfrm>
            <a:off x="13881100" y="1736725"/>
            <a:ext cx="234950" cy="234950"/>
          </a:xfrm>
          <a:prstGeom prst="rect">
            <a:avLst/>
          </a:prstGeom>
          <a:solidFill>
            <a:srgbClr val="8B929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0" name="matrix perimeter">
            <a:extLst>
              <a:ext uri="{FF2B5EF4-FFF2-40B4-BE49-F238E27FC236}">
                <ns2:creationId id="{D0ECE79E-FFE3-4D09-B878-5F6F9BC592FF}"/>
              </a:ext>
            </a:extLst>
          </p:cNvPr>
          <p:cNvSpPr>
            <a:spLocks noGrp="1"/>
          </p:cNvSpPr>
          <p:nvPr/>
        </p:nvSpPr>
        <p:spPr>
          <a:xfrm>
            <a:off x="13411200" y="1266825"/>
            <a:ext cx="704850" cy="704850"/>
          </a:xfrm>
          <a:prstGeom prst="rect">
            <a:avLst/>
          </a:prstGeom>
          <a:noFill/>
          <a:ln w="11906">
            <a:solidFill>
              <a:srgbClr val="202020"/>
            </a:solidFill>
            <a:prstDash val="solid"/>
          </a:ln>
        </p:spPr>
      </p:sp>
      <p:sp>
        <p:nvSpPr>
          <p:cNvPr id="111" name="math-6">
            <a:extLst>
              <a:ext uri="{FF2B5EF4-FFF2-40B4-BE49-F238E27FC236}">
                <ns2:creationId id="{BA4A86AF-D11E-4912-986D-562FA61A6CA3}"/>
              </a:ext>
            </a:extLst>
          </p:cNvPr>
          <p:cNvSpPr>
            <a:spLocks noGrp="1"/>
          </p:cNvSpPr>
          <p:nvPr/>
        </p:nvSpPr>
        <p:spPr>
          <a:xfrm>
            <a:off x="12068175" y="19907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  <a:r>
              <a:rPr lang="en-US" sz="202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endParaRPr lang="en-US" sz="2025"/>
          </a:p>
        </p:txBody>
      </p:sp>
      <p:sp>
        <p:nvSpPr>
          <p:cNvPr id="112" name="math-7">
            <a:extLst>
              <a:ext uri="{FF2B5EF4-FFF2-40B4-BE49-F238E27FC236}">
                <ns2:creationId id="{493A7B0D-3308-4FA6-98EE-DBEBB3BB0264}"/>
              </a:ext>
            </a:extLst>
          </p:cNvPr>
          <p:cNvSpPr>
            <a:spLocks noGrp="1"/>
          </p:cNvSpPr>
          <p:nvPr/>
        </p:nvSpPr>
        <p:spPr>
          <a:xfrm>
            <a:off x="13411200" y="1990725"/>
            <a:ext cx="70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02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G</a:t>
            </a:r>
            <a:endParaRPr lang="en-US" sz="2025"/>
          </a:p>
        </p:txBody>
      </p:sp>
      <p:sp>
        <p:nvSpPr>
          <p:cNvPr id="113" name="math-8">
            <a:extLst>
              <a:ext uri="{FF2B5EF4-FFF2-40B4-BE49-F238E27FC236}">
                <ns2:creationId id="{CB39F899-8D7E-45DC-827D-D21DD30A384E}"/>
              </a:ext>
            </a:extLst>
          </p:cNvPr>
          <p:cNvSpPr>
            <a:spLocks noGrp="1"/>
          </p:cNvSpPr>
          <p:nvPr/>
        </p:nvSpPr>
        <p:spPr>
          <a:xfrm>
            <a:off x="9705975" y="3114675"/>
            <a:ext cx="4505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R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uu,k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= 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B</a:t>
            </a:r>
            <a:r>
              <a:rPr lang="en-US" sz="2700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700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 ⊗ </a:t>
            </a:r>
            <a:r>
              <a:rPr lang="en-US" sz="2700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G</a:t>
            </a:r>
            <a:endParaRPr lang="en-US" sz="2700"/>
          </a:p>
        </p:txBody>
      </p:sp>
      <p:sp>
        <p:nvSpPr>
          <p:cNvPr id="114" name="Schur–Sylvester solve">
            <a:extLst>
              <a:ext uri="{FF2B5EF4-FFF2-40B4-BE49-F238E27FC236}">
                <ns2:creationId id="{89EBE723-C76C-4E45-B98D-D913741CB652}"/>
              </a:ext>
            </a:extLst>
          </p:cNvPr>
          <p:cNvSpPr>
            <a:spLocks noGrp="1"/>
          </p:cNvSpPr>
          <p:nvPr/>
        </p:nvSpPr>
        <p:spPr>
          <a:xfrm>
            <a:off x="9829800" y="3609975"/>
            <a:ext cx="25050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>Schur–Sylvester solve</a:t>
            </a:r>
          </a:p>
        </p:txBody>
      </p:sp>
      <p:sp>
        <p:nvSpPr>
          <p:cNvPr id="115" name="line">
            <a:extLst>
              <a:ext uri="{FF2B5EF4-FFF2-40B4-BE49-F238E27FC236}">
                <ns2:creationId id="{167136AC-1692-43FE-BA24-ECFBC3AE628E}"/>
              </a:ext>
            </a:extLst>
          </p:cNvPr>
          <p:cNvSpPr>
            <a:spLocks noGrp="1"/>
          </p:cNvSpPr>
          <p:nvPr/>
        </p:nvSpPr>
        <p:spPr>
          <a:xfrm>
            <a:off x="12430125" y="3781425"/>
            <a:ext cx="266700" cy="95"/>
          </a:xfrm>
          <a:custGeom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1430">
            <a:solidFill>
              <a:srgbClr val="717171"/>
            </a:solidFill>
            <a:prstDash val="solid"/>
          </a:ln>
        </p:spPr>
      </p:sp>
      <p:sp>
        <p:nvSpPr>
          <p:cNvPr id="116" name="editable curve">
            <a:extLst>
              <a:ext uri="{FF2B5EF4-FFF2-40B4-BE49-F238E27FC236}">
                <ns2:creationId id="{03DA467A-DD0C-44C5-B189-F5DFE550F270}"/>
              </a:ext>
            </a:extLst>
          </p:cNvPr>
          <p:cNvSpPr>
            <a:spLocks noGrp="1"/>
          </p:cNvSpPr>
          <p:nvPr/>
        </p:nvSpPr>
        <p:spPr>
          <a:xfrm>
            <a:off x="12638312" y="3749459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717171"/>
            </a:solidFill>
            <a:prstDash val="solid"/>
          </a:ln>
        </p:spPr>
      </p:sp>
      <p:sp>
        <p:nvSpPr>
          <p:cNvPr id="117" name="math-9">
            <a:extLst>
              <a:ext uri="{FF2B5EF4-FFF2-40B4-BE49-F238E27FC236}">
                <ns2:creationId id="{BDF0207E-B7C6-41B6-AB52-9C53107F3606}"/>
              </a:ext>
            </a:extLst>
          </p:cNvPr>
          <p:cNvSpPr>
            <a:spLocks noGrp="1"/>
          </p:cNvSpPr>
          <p:nvPr/>
        </p:nvSpPr>
        <p:spPr>
          <a:xfrm>
            <a:off x="12792075" y="35052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q</a:t>
            </a:r>
            <a:r>
              <a:rPr lang="en-US" sz="24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(</a:t>
            </a:r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β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en-US" sz="2475" b="0" i="1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u</a:t>
            </a:r>
            <a:r>
              <a:rPr lang="en-US" sz="2475" b="0" i="1" baseline="-2400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k</a:t>
            </a:r>
            <a:r>
              <a:rPr lang="en-US" sz="2475" b="0" i="0">
                <a:solidFill>
                  <a:srgbClr val="202020"/>
                </a:solidFill>
                <a:latin typeface="Times New Roman"/>
                <a:ea typeface="Times New Roman"/>
                <a:cs typeface="Times New Roman"/>
              </a:rPr>
              <a:t xml:space="preserve">)</a:t>
            </a:r>
            <a:endParaRPr lang="en-US" sz="2475"/>
          </a:p>
        </p:txBody>
      </p:sp>
      <p:sp>
        <p:nvSpPr>
          <p:cNvPr id="118" name="math-10">
            <a:extLst>
              <a:ext uri="{FF2B5EF4-FFF2-40B4-BE49-F238E27FC236}">
                <ns2:creationId id="{BFC10DB8-C199-449C-947D-11406D6398E8}"/>
              </a:ext>
            </a:extLst>
          </p:cNvPr>
          <p:cNvSpPr>
            <a:spLocks noGrp="1"/>
          </p:cNvSpPr>
          <p:nvPr/>
        </p:nvSpPr>
        <p:spPr>
          <a:xfrm>
            <a:off x="10077450" y="40386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O(</a:t>
            </a:r>
            <a:r>
              <a:rPr lang="en-US" sz="2175" b="0" i="1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175" b="0" i="0" baseline="3100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3</a:t>
            </a:r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) time</a:t>
            </a:r>
            <a:endParaRPr lang="en-US" sz="2175"/>
          </a:p>
        </p:txBody>
      </p:sp>
      <p:sp>
        <p:nvSpPr>
          <p:cNvPr id="119" name="math-11">
            <a:extLst>
              <a:ext uri="{FF2B5EF4-FFF2-40B4-BE49-F238E27FC236}">
                <ns2:creationId id="{E83EA4EC-61C6-4091-9447-F05D33E3D356}"/>
              </a:ext>
            </a:extLst>
          </p:cNvPr>
          <p:cNvSpPr>
            <a:spLocks noGrp="1"/>
          </p:cNvSpPr>
          <p:nvPr/>
        </p:nvSpPr>
        <p:spPr>
          <a:xfrm>
            <a:off x="12087225" y="23717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O(</a:t>
            </a:r>
            <a:r>
              <a:rPr lang="en-US" sz="2175" b="0" i="1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M</a:t>
            </a:r>
            <a:r>
              <a:rPr lang="en-US" sz="2175" b="0" i="0" baseline="3100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2</a:t>
            </a:r>
            <a:r>
              <a:rPr lang="en-US" sz="2175" b="0" i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</a:rPr>
              <a:t xml:space="preserve">) state</a:t>
            </a:r>
            <a:endParaRPr lang="en-US" sz="2175"/>
          </a:p>
        </p:txBody>
      </p:sp>
      <p:sp>
        <p:nvSpPr>
          <p:cNvPr id="120" name="line">
            <a:extLst>
              <a:ext uri="{FF2B5EF4-FFF2-40B4-BE49-F238E27FC236}">
                <ns2:creationId id="{494BFB7E-496D-4262-8901-4455F4248FEC}"/>
              </a:ext>
            </a:extLst>
          </p:cNvPr>
          <p:cNvSpPr>
            <a:spLocks noGrp="1"/>
          </p:cNvSpPr>
          <p:nvPr/>
        </p:nvSpPr>
        <p:spPr>
          <a:xfrm>
            <a:off x="4600575" y="3429000"/>
            <a:ext cx="257175" cy="95"/>
          </a:xfrm>
          <a:custGeom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1" name="editable curve">
            <a:extLst>
              <a:ext uri="{FF2B5EF4-FFF2-40B4-BE49-F238E27FC236}">
                <ns2:creationId id="{BB3FE47D-EFD2-44EC-B6F5-55A6C50F3879}"/>
              </a:ext>
            </a:extLst>
          </p:cNvPr>
          <p:cNvSpPr>
            <a:spLocks noGrp="1"/>
          </p:cNvSpPr>
          <p:nvPr/>
        </p:nvSpPr>
        <p:spPr>
          <a:xfrm>
            <a:off x="4799237" y="3397034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2" name="line">
            <a:extLst>
              <a:ext uri="{FF2B5EF4-FFF2-40B4-BE49-F238E27FC236}">
                <ns2:creationId id="{B84F6BA6-B219-476C-BABD-2286A3C65746}"/>
              </a:ext>
            </a:extLst>
          </p:cNvPr>
          <p:cNvSpPr>
            <a:spLocks noGrp="1"/>
          </p:cNvSpPr>
          <p:nvPr/>
        </p:nvSpPr>
        <p:spPr>
          <a:xfrm>
            <a:off x="9477375" y="3429000"/>
            <a:ext cx="209550" cy="95"/>
          </a:xfrm>
          <a:custGeom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  <p:sp>
        <p:nvSpPr>
          <p:cNvPr id="123" name="editable curve">
            <a:extLst>
              <a:ext uri="{FF2B5EF4-FFF2-40B4-BE49-F238E27FC236}">
                <ns2:creationId id="{9A0916E5-1C0D-4DA1-B2F4-E5AA27585214}"/>
              </a:ext>
            </a:extLst>
          </p:cNvPr>
          <p:cNvSpPr>
            <a:spLocks noGrp="1"/>
          </p:cNvSpPr>
          <p:nvPr/>
        </p:nvSpPr>
        <p:spPr>
          <a:xfrm>
            <a:off x="9628412" y="3397034"/>
            <a:ext cx="58513" cy="63931"/>
          </a:xfrm>
          <a:custGeom>
            <a:pathLst>
              <a:path w="58513" h="63931">
                <a:moveTo>
                  <a:pt x="0" y="63931"/>
                </a:moveTo>
                <a:lnTo>
                  <a:pt x="58513" y="31966"/>
                </a:lnTo>
                <a:lnTo>
                  <a:pt x="0" y="0"/>
                </a:lnTo>
              </a:path>
            </a:pathLst>
          </a:custGeom>
          <a:noFill/>
          <a:ln w="10954">
            <a:solidFill>
              <a:srgbClr val="717171"/>
            </a:solidFill>
            <a:prstDash val="solid"/>
          </a:ln>
        </p:spPr>
      </p:sp>
    </p:spTree>
    <p:extLst>
      <p:ext uri="{BB962C8B-B14F-4D97-AF65-F5344CB8AC3E}">
        <ns3:creationId val="1673479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2026-09-13T21:39:34.5170000Z</dcterms:created>
  <dcterms:modified xsi:type="dcterms:W3CDTF">2026-09-13T21:39:34.5170000Z</dcterms:modified>
</coreProperties>
</file>