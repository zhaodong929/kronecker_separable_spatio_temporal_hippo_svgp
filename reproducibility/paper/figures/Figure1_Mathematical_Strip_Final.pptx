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7f42abc9c04d3f" /><Relationship Type="http://schemas.openxmlformats.org/officeDocument/2006/relationships/extended-properties" Target="/docProps/app.xml" Id="R17edac17a1094f26" /><Relationship Type="http://schemas.openxmlformats.org/officeDocument/2006/relationships/officeDocument" Target="/ppt/presentation.xml" Id="Rc0501813be6b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64e72b8da48d8"/>
  </p:sldMasterIdLst>
  <p:notesMasterIdLst>
    <p:notesMasterId xmlns:r="http://schemas.openxmlformats.org/officeDocument/2006/relationships" r:id="R2aa307102c464164"/>
  </p:notesMasterIdLst>
  <p:sldIdLst>
    <p:sldId xmlns:r="http://schemas.openxmlformats.org/officeDocument/2006/relationships" id="256" r:id="R82e02a57d5664834"/>
  </p:sldIdLst>
  <p:sldSz cx="14287500" cy="4857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2cca0a75404052" /><Relationship Type="http://schemas.openxmlformats.org/officeDocument/2006/relationships/slideMaster" Target="/ppt/slideMasters/slideMaster1.xml" Id="R9bb64e72b8da48d8" /><Relationship Type="http://schemas.openxmlformats.org/officeDocument/2006/relationships/notesMaster" Target="/ppt/notesMasters/notesMaster1.xml" Id="R2aa307102c464164" /><Relationship Type="http://schemas.openxmlformats.org/officeDocument/2006/relationships/presProps" Target="/ppt/presProps.xml" Id="Ra360d6fb765542e0" /><Relationship Type="http://schemas.openxmlformats.org/officeDocument/2006/relationships/tableStyles" Target="/ppt/tableStyles.xml" Id="Ra36cee22987344b4" /><Relationship Type="http://schemas.openxmlformats.org/officeDocument/2006/relationships/slide" Target="/ppt/slides/slide1.xml" Id="R82e02a57d56648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2226c5f1df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6d99a9d80456f" /><Relationship Type="http://schemas.openxmlformats.org/officeDocument/2006/relationships/notesMaster" Target="/ppt/notesMasters/notesMaster1.xml" Id="Rba239ef961d9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Figure 1 for the existing AISTATS manuscript. Mathematical claims follow Section 4. Recovery and state complexity use the existing regime M_s ≍ M_t = M and fixed trend dimension. Each curve, matrix cell, and mathematical text object is editable. Historical observations are schematic, not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ae7c14b12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62087c47f4b39" /><Relationship Type="http://schemas.openxmlformats.org/officeDocument/2006/relationships/slideLayout" Target="/ppt/slideLayouts/slideLayout1.xml" Id="Rda24a2bb8398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24a2bb8398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e77f1533b4a72" /><Relationship Type="http://schemas.openxmlformats.org/officeDocument/2006/relationships/notesSlide" Target="/ppt/notesSlides/notesSlide1.xml" Id="Rf4bac7834f14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(a)  Trend revision">
            <a:extLst xmlns:a="http://schemas.openxmlformats.org/drawingml/2006/main">
              <a:ext uri="{FF2B5EF4-FFF2-40B4-BE49-F238E27FC236}">
                <a16:creationId xmlns:a16="http://schemas.microsoft.com/office/drawing/2014/main" id="{59BE7BA1-E84E-461B-8691-7B23E7A8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(a)  Trend revision</a:t>
            </a:r>
          </a:p>
        </p:txBody>
      </p:sp>
      <p:sp>
        <p:nvSpPr>
          <p:cNvPr id="2" name="(b)  Changing coordinates">
            <a:extLst xmlns:a="http://schemas.openxmlformats.org/drawingml/2006/main">
              <a:ext uri="{FF2B5EF4-FFF2-40B4-BE49-F238E27FC236}">
                <a16:creationId xmlns:a16="http://schemas.microsoft.com/office/drawing/2014/main" id="{ACC2662C-5970-4424-84B0-EE431B9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14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(b)  Changing coordinates</a:t>
            </a:r>
          </a:p>
        </p:txBody>
      </p:sp>
      <p:sp>
        <p:nvSpPr>
          <p:cNvPr id="3" name="(c)  Structured recovery">
            <a:extLst xmlns:a="http://schemas.openxmlformats.org/drawingml/2006/main">
              <a:ext uri="{FF2B5EF4-FFF2-40B4-BE49-F238E27FC236}">
                <a16:creationId xmlns:a16="http://schemas.microsoft.com/office/drawing/2014/main" id="{3D6E4CC9-1BA0-4D66-BE51-57676CC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143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(c)  Structured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0864D-2389-41E4-B06A-56C6557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90713"/>
            <a:ext cx="2619375" cy="157163"/>
          </a:xfrm>
          <a:custGeom xmlns:a="http://schemas.openxmlformats.org/drawingml/2006/main">
            <a:pathLst>
              <a:path w="2619375" h="157163">
                <a:moveTo>
                  <a:pt x="0" y="157163"/>
                </a:moveTo>
                <a:lnTo>
                  <a:pt x="261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B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8016D-8A01-4ED4-BEBD-8FC8FC4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54906"/>
            <a:ext cx="2619375" cy="445294"/>
          </a:xfrm>
          <a:custGeom xmlns:a="http://schemas.openxmlformats.org/drawingml/2006/main">
            <a:pathLst>
              <a:path w="2619375" h="445294">
                <a:moveTo>
                  <a:pt x="0" y="445294"/>
                </a:moveTo>
                <a:lnTo>
                  <a:pt x="261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47D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8974A-7D58-4725-9323-B4A93FB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3" y="1069658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710D4-3981-4247-ACCE-1485ECC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8" y="841058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70ED-B3A4-49E2-B189-76C27114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066800"/>
            <a:ext cx="95" cy="920496"/>
          </a:xfrm>
          <a:custGeom xmlns:a="http://schemas.openxmlformats.org/drawingml/2006/main">
            <a:pathLst>
              <a:path w="95" h="920496">
                <a:moveTo>
                  <a:pt x="0" y="0"/>
                </a:moveTo>
                <a:lnTo>
                  <a:pt x="0" y="920496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C366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8A6E-7327-475F-BFCB-43FD4F10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066800"/>
            <a:ext cx="95" cy="348806"/>
          </a:xfrm>
          <a:custGeom xmlns:a="http://schemas.openxmlformats.org/drawingml/2006/main">
            <a:pathLst>
              <a:path w="95" h="348806">
                <a:moveTo>
                  <a:pt x="0" y="0"/>
                </a:moveTo>
                <a:lnTo>
                  <a:pt x="0" y="348806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47D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91B56-6D3A-4C3C-A95A-FE2E7A5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7296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C366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A925A-E1BF-41E2-87F2-9ACDAE1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415606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47D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7E2EB-188A-42D7-A601-972D874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3" y="1031558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45CF4-F8C0-4244-9D8C-D4ED043B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533" y="698183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B2EC7-EFCB-41D6-9214-BCB23352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857250"/>
            <a:ext cx="95" cy="1071182"/>
          </a:xfrm>
          <a:custGeom xmlns:a="http://schemas.openxmlformats.org/drawingml/2006/main">
            <a:pathLst>
              <a:path w="95" h="1071182">
                <a:moveTo>
                  <a:pt x="0" y="0"/>
                </a:moveTo>
                <a:lnTo>
                  <a:pt x="0" y="10711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C366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62294-7F8E-4B64-B235-627D53DF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7250"/>
            <a:ext cx="95" cy="391573"/>
          </a:xfrm>
          <a:custGeom xmlns:a="http://schemas.openxmlformats.org/drawingml/2006/main">
            <a:pathLst>
              <a:path w="95" h="391573">
                <a:moveTo>
                  <a:pt x="0" y="0"/>
                </a:moveTo>
                <a:lnTo>
                  <a:pt x="0" y="391573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47D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F8265-761B-4A99-B2CF-299CE22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8432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C366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D44BC-3916-4A38-B1CD-2DB5FF9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248823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47D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DEF84-D34D-4EF2-AF29-8E81677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158" y="822008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71562-948A-469F-973E-E6240B2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308" y="564833"/>
            <a:ext cx="70485" cy="7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ld trend">
            <a:extLst xmlns:a="http://schemas.openxmlformats.org/drawingml/2006/main">
              <a:ext uri="{FF2B5EF4-FFF2-40B4-BE49-F238E27FC236}">
                <a16:creationId xmlns:a16="http://schemas.microsoft.com/office/drawing/2014/main" id="{437EC6A7-ECA6-4A37-953B-5FB06DA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6212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old trend</a:t>
            </a:r>
          </a:p>
        </p:txBody>
      </p:sp>
      <p:sp>
        <p:nvSpPr>
          <p:cNvPr id="21" name="revised trend">
            <a:extLst xmlns:a="http://schemas.openxmlformats.org/drawingml/2006/main">
              <a:ext uri="{FF2B5EF4-FFF2-40B4-BE49-F238E27FC236}">
                <a16:creationId xmlns:a16="http://schemas.microsoft.com/office/drawing/2014/main" id="{F32D70F4-86EB-4A24-93E2-9506F22E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047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revised trend</a:t>
            </a:r>
          </a:p>
        </p:txBody>
      </p:sp>
      <p:sp>
        <p:nvSpPr>
          <p:cNvPr id="22" name="changed residuals">
            <a:extLst xmlns:a="http://schemas.openxmlformats.org/drawingml/2006/main">
              <a:ext uri="{FF2B5EF4-FFF2-40B4-BE49-F238E27FC236}">
                <a16:creationId xmlns:a16="http://schemas.microsoft.com/office/drawing/2014/main" id="{DBC05306-B2FC-4199-B72C-811169B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changed residuals</a:t>
            </a:r>
          </a:p>
        </p:txBody>
      </p:sp>
      <p:sp>
        <p:nvSpPr>
          <p:cNvPr id="23" name="Δh">
            <a:extLst xmlns:a="http://schemas.openxmlformats.org/drawingml/2006/main">
              <a:ext uri="{FF2B5EF4-FFF2-40B4-BE49-F238E27FC236}">
                <a16:creationId xmlns:a16="http://schemas.microsoft.com/office/drawing/2014/main" id="{B31A3985-6CCE-4502-85C9-71445193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26955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Δh</a:t>
            </a:r>
          </a:p>
        </p:txBody>
      </p:sp>
      <p:sp>
        <p:nvSpPr>
          <p:cNvPr id="24" name="u">
            <a:extLst xmlns:a="http://schemas.openxmlformats.org/drawingml/2006/main">
              <a:ext uri="{FF2B5EF4-FFF2-40B4-BE49-F238E27FC236}">
                <a16:creationId xmlns:a16="http://schemas.microsoft.com/office/drawing/2014/main" id="{DCFE3B28-7641-4459-A7A6-7C072BF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905125"/>
            <a:ext cx="638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5" name="= −">
            <a:extLst xmlns:a="http://schemas.openxmlformats.org/drawingml/2006/main">
              <a:ext uri="{FF2B5EF4-FFF2-40B4-BE49-F238E27FC236}">
                <a16:creationId xmlns:a16="http://schemas.microsoft.com/office/drawing/2014/main" id="{C0247743-5236-42BC-ACED-FD6F3DAF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26955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= −</a:t>
            </a:r>
          </a:p>
        </p:txBody>
      </p:sp>
      <p:sp>
        <p:nvSpPr>
          <p:cNvPr id="26" name="R">
            <a:extLst xmlns:a="http://schemas.openxmlformats.org/drawingml/2006/main">
              <a:ext uri="{FF2B5EF4-FFF2-40B4-BE49-F238E27FC236}">
                <a16:creationId xmlns:a16="http://schemas.microsoft.com/office/drawing/2014/main" id="{B1C8162E-7751-4F56-8EF7-C91031B5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8" y="26955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7" name="uβ">
            <a:extLst xmlns:a="http://schemas.openxmlformats.org/drawingml/2006/main">
              <a:ext uri="{FF2B5EF4-FFF2-40B4-BE49-F238E27FC236}">
                <a16:creationId xmlns:a16="http://schemas.microsoft.com/office/drawing/2014/main" id="{6D297D2A-57E4-4F5F-BD69-2F82DD1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663" y="2905125"/>
            <a:ext cx="657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47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uβ</a:t>
            </a:r>
          </a:p>
        </p:txBody>
      </p:sp>
      <p:sp>
        <p:nvSpPr>
          <p:cNvPr id="28" name="Δβ">
            <a:extLst xmlns:a="http://schemas.openxmlformats.org/drawingml/2006/main">
              <a:ext uri="{FF2B5EF4-FFF2-40B4-BE49-F238E27FC236}">
                <a16:creationId xmlns:a16="http://schemas.microsoft.com/office/drawing/2014/main" id="{A4DB7C5B-7CA3-44F2-A8B7-67C2BF0D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695575"/>
            <a:ext cx="600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Δβ</a:t>
            </a:r>
          </a:p>
        </p:txBody>
      </p:sp>
      <p:sp>
        <p:nvSpPr>
          <p:cNvPr id="29" name="R">
            <a:extLst xmlns:a="http://schemas.openxmlformats.org/drawingml/2006/main">
              <a:ext uri="{FF2B5EF4-FFF2-40B4-BE49-F238E27FC236}">
                <a16:creationId xmlns:a16="http://schemas.microsoft.com/office/drawing/2014/main" id="{743A728E-949A-4936-A5E0-2E63040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3295650"/>
            <a:ext cx="447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0" name="uβ">
            <a:extLst xmlns:a="http://schemas.openxmlformats.org/drawingml/2006/main">
              <a:ext uri="{FF2B5EF4-FFF2-40B4-BE49-F238E27FC236}">
                <a16:creationId xmlns:a16="http://schemas.microsoft.com/office/drawing/2014/main" id="{C6C84B22-7F6D-4FC9-AA74-5CE093F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8" y="3448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2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uβ</a:t>
            </a:r>
          </a:p>
        </p:txBody>
      </p:sp>
      <p:sp>
        <p:nvSpPr>
          <p:cNvPr id="31" name="retained cross statistic">
            <a:extLst xmlns:a="http://schemas.openxmlformats.org/drawingml/2006/main">
              <a:ext uri="{FF2B5EF4-FFF2-40B4-BE49-F238E27FC236}">
                <a16:creationId xmlns:a16="http://schemas.microsoft.com/office/drawing/2014/main" id="{3F0E8B24-5A77-4132-82D6-2E36627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8" y="32956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retained cross statistic</a:t>
            </a:r>
          </a:p>
        </p:txBody>
      </p:sp>
      <p:sp>
        <p:nvSpPr>
          <p:cNvPr id="32" name="residual-only summary becomes stale">
            <a:extLst xmlns:a="http://schemas.openxmlformats.org/drawingml/2006/main">
              <a:ext uri="{FF2B5EF4-FFF2-40B4-BE49-F238E27FC236}">
                <a16:creationId xmlns:a16="http://schemas.microsoft.com/office/drawing/2014/main" id="{FA20F4CD-AE3E-4DA5-8F6C-F7C51412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04812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C366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C36630"/>
                </a:solidFill>
                <a:latin typeface="Times New Roman"/>
                <a:ea typeface="Times New Roman"/>
                <a:cs typeface="Times New Roman"/>
              </a:rPr>
              <a:t>residual-only summary becomes stale</a:t>
            </a:r>
          </a:p>
        </p:txBody>
      </p:sp>
      <p:sp>
        <p:nvSpPr>
          <p:cNvPr id="33" name="ψ(·;">
            <a:extLst xmlns:a="http://schemas.openxmlformats.org/drawingml/2006/main">
              <a:ext uri="{FF2B5EF4-FFF2-40B4-BE49-F238E27FC236}">
                <a16:creationId xmlns:a16="http://schemas.microsoft.com/office/drawing/2014/main" id="{E321E65B-789D-49B3-9B36-2D5626B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8175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ψ(·;</a:t>
            </a:r>
          </a:p>
        </p:txBody>
      </p:sp>
      <p:sp>
        <p:nvSpPr>
          <p:cNvPr id="34" name="H">
            <a:extLst xmlns:a="http://schemas.openxmlformats.org/drawingml/2006/main">
              <a:ext uri="{FF2B5EF4-FFF2-40B4-BE49-F238E27FC236}">
                <a16:creationId xmlns:a16="http://schemas.microsoft.com/office/drawing/2014/main" id="{6066DFF1-4F5A-47ED-AD8A-8AAC080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38175"/>
            <a:ext cx="561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5" name="k−1">
            <a:extLst xmlns:a="http://schemas.openxmlformats.org/drawingml/2006/main">
              <a:ext uri="{FF2B5EF4-FFF2-40B4-BE49-F238E27FC236}">
                <a16:creationId xmlns:a16="http://schemas.microsoft.com/office/drawing/2014/main" id="{684040CB-FAE6-4C14-98FD-DE75717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7905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k−1</a:t>
            </a:r>
          </a:p>
        </p:txBody>
      </p:sp>
      <p:sp>
        <p:nvSpPr>
          <p:cNvPr id="36" name=")">
            <a:extLst xmlns:a="http://schemas.openxmlformats.org/drawingml/2006/main">
              <a:ext uri="{FF2B5EF4-FFF2-40B4-BE49-F238E27FC236}">
                <a16:creationId xmlns:a16="http://schemas.microsoft.com/office/drawing/2014/main" id="{5ACD83C3-8D6B-4F8F-9C02-031D7D5E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38175"/>
            <a:ext cx="14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7" name="ψ(·;">
            <a:extLst xmlns:a="http://schemas.openxmlformats.org/drawingml/2006/main">
              <a:ext uri="{FF2B5EF4-FFF2-40B4-BE49-F238E27FC236}">
                <a16:creationId xmlns:a16="http://schemas.microsoft.com/office/drawing/2014/main" id="{78C334CC-E414-41F5-B862-662B526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38175"/>
            <a:ext cx="638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ψ(·;</a:t>
            </a:r>
          </a:p>
        </p:txBody>
      </p:sp>
      <p:sp>
        <p:nvSpPr>
          <p:cNvPr id="38" name="H">
            <a:extLst xmlns:a="http://schemas.openxmlformats.org/drawingml/2006/main">
              <a:ext uri="{FF2B5EF4-FFF2-40B4-BE49-F238E27FC236}">
                <a16:creationId xmlns:a16="http://schemas.microsoft.com/office/drawing/2014/main" id="{1F1ABF4D-E073-4F89-B98C-AEEABB5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38175"/>
            <a:ext cx="390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9" name="k">
            <a:extLst xmlns:a="http://schemas.openxmlformats.org/drawingml/2006/main">
              <a:ext uri="{FF2B5EF4-FFF2-40B4-BE49-F238E27FC236}">
                <a16:creationId xmlns:a16="http://schemas.microsoft.com/office/drawing/2014/main" id="{77AA1284-267F-4752-B99D-6EA88A53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7905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40" name=")">
            <a:extLst xmlns:a="http://schemas.openxmlformats.org/drawingml/2006/main">
              <a:ext uri="{FF2B5EF4-FFF2-40B4-BE49-F238E27FC236}">
                <a16:creationId xmlns:a16="http://schemas.microsoft.com/office/drawing/2014/main" id="{CE278EDD-36DC-4357-87B7-0C462AD7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8175"/>
            <a:ext cx="14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1" name="schematic basis 0">
            <a:extLst xmlns:a="http://schemas.openxmlformats.org/drawingml/2006/main">
              <a:ext uri="{FF2B5EF4-FFF2-40B4-BE49-F238E27FC236}">
                <a16:creationId xmlns:a16="http://schemas.microsoft.com/office/drawing/2014/main" id="{F9E80F73-8F46-46A6-8432-662563D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07961"/>
            <a:ext cx="1495425" cy="95"/>
          </a:xfrm>
          <a:custGeom xmlns:a="http://schemas.openxmlformats.org/drawingml/2006/main">
            <a:pathLst>
              <a:path w="1495425" h="95">
                <a:moveTo>
                  <a:pt x="0" y="0"/>
                </a:moveTo>
                <a:lnTo>
                  <a:pt x="24924" y="0"/>
                </a:lnTo>
                <a:lnTo>
                  <a:pt x="49848" y="0"/>
                </a:lnTo>
                <a:lnTo>
                  <a:pt x="74771" y="0"/>
                </a:lnTo>
                <a:lnTo>
                  <a:pt x="99695" y="0"/>
                </a:lnTo>
                <a:lnTo>
                  <a:pt x="124619" y="0"/>
                </a:lnTo>
                <a:lnTo>
                  <a:pt x="149543" y="0"/>
                </a:lnTo>
                <a:lnTo>
                  <a:pt x="174466" y="0"/>
                </a:lnTo>
                <a:lnTo>
                  <a:pt x="199390" y="0"/>
                </a:lnTo>
                <a:lnTo>
                  <a:pt x="224314" y="0"/>
                </a:lnTo>
                <a:lnTo>
                  <a:pt x="249237" y="0"/>
                </a:lnTo>
                <a:lnTo>
                  <a:pt x="274161" y="0"/>
                </a:lnTo>
                <a:lnTo>
                  <a:pt x="299085" y="0"/>
                </a:lnTo>
                <a:lnTo>
                  <a:pt x="324009" y="0"/>
                </a:lnTo>
                <a:lnTo>
                  <a:pt x="348932" y="0"/>
                </a:lnTo>
                <a:lnTo>
                  <a:pt x="373856" y="0"/>
                </a:lnTo>
                <a:lnTo>
                  <a:pt x="398780" y="0"/>
                </a:lnTo>
                <a:lnTo>
                  <a:pt x="423704" y="0"/>
                </a:lnTo>
                <a:lnTo>
                  <a:pt x="448628" y="0"/>
                </a:lnTo>
                <a:lnTo>
                  <a:pt x="473551" y="0"/>
                </a:lnTo>
                <a:lnTo>
                  <a:pt x="498475" y="0"/>
                </a:lnTo>
                <a:lnTo>
                  <a:pt x="523399" y="0"/>
                </a:lnTo>
                <a:lnTo>
                  <a:pt x="548323" y="0"/>
                </a:lnTo>
                <a:lnTo>
                  <a:pt x="573246" y="0"/>
                </a:lnTo>
                <a:lnTo>
                  <a:pt x="598170" y="0"/>
                </a:lnTo>
                <a:lnTo>
                  <a:pt x="623094" y="0"/>
                </a:lnTo>
                <a:lnTo>
                  <a:pt x="648017" y="0"/>
                </a:lnTo>
                <a:lnTo>
                  <a:pt x="672941" y="0"/>
                </a:lnTo>
                <a:lnTo>
                  <a:pt x="697865" y="0"/>
                </a:lnTo>
                <a:lnTo>
                  <a:pt x="722789" y="0"/>
                </a:lnTo>
                <a:lnTo>
                  <a:pt x="747713" y="0"/>
                </a:lnTo>
                <a:lnTo>
                  <a:pt x="772636" y="0"/>
                </a:lnTo>
                <a:lnTo>
                  <a:pt x="797560" y="0"/>
                </a:lnTo>
                <a:lnTo>
                  <a:pt x="822484" y="0"/>
                </a:lnTo>
                <a:lnTo>
                  <a:pt x="847408" y="0"/>
                </a:lnTo>
                <a:lnTo>
                  <a:pt x="872331" y="0"/>
                </a:lnTo>
                <a:lnTo>
                  <a:pt x="897255" y="0"/>
                </a:lnTo>
                <a:lnTo>
                  <a:pt x="922179" y="0"/>
                </a:lnTo>
                <a:lnTo>
                  <a:pt x="947103" y="0"/>
                </a:lnTo>
                <a:lnTo>
                  <a:pt x="972026" y="0"/>
                </a:lnTo>
                <a:lnTo>
                  <a:pt x="996950" y="0"/>
                </a:lnTo>
                <a:lnTo>
                  <a:pt x="1021874" y="0"/>
                </a:lnTo>
                <a:lnTo>
                  <a:pt x="1046797" y="0"/>
                </a:lnTo>
                <a:lnTo>
                  <a:pt x="1071721" y="0"/>
                </a:lnTo>
                <a:lnTo>
                  <a:pt x="1096645" y="0"/>
                </a:lnTo>
                <a:lnTo>
                  <a:pt x="1121569" y="0"/>
                </a:lnTo>
                <a:lnTo>
                  <a:pt x="1146493" y="0"/>
                </a:lnTo>
                <a:lnTo>
                  <a:pt x="1171416" y="0"/>
                </a:lnTo>
                <a:lnTo>
                  <a:pt x="1196340" y="0"/>
                </a:lnTo>
                <a:lnTo>
                  <a:pt x="1221264" y="0"/>
                </a:lnTo>
                <a:lnTo>
                  <a:pt x="1246188" y="0"/>
                </a:lnTo>
                <a:lnTo>
                  <a:pt x="1271111" y="0"/>
                </a:lnTo>
                <a:lnTo>
                  <a:pt x="1296035" y="0"/>
                </a:lnTo>
                <a:lnTo>
                  <a:pt x="1320959" y="0"/>
                </a:lnTo>
                <a:lnTo>
                  <a:pt x="1345882" y="0"/>
                </a:lnTo>
                <a:lnTo>
                  <a:pt x="1370806" y="0"/>
                </a:lnTo>
                <a:lnTo>
                  <a:pt x="1395730" y="0"/>
                </a:lnTo>
                <a:lnTo>
                  <a:pt x="1420654" y="0"/>
                </a:lnTo>
                <a:lnTo>
                  <a:pt x="1445577" y="0"/>
                </a:lnTo>
                <a:lnTo>
                  <a:pt x="1470501" y="0"/>
                </a:ln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6B6B6B"/>
            </a:solidFill>
            <a:prstDash val="solid"/>
          </a:ln>
        </p:spPr>
      </p:sp>
      <p:sp>
        <p:nvSpPr>
          <p:cNvPr id="42" name="schematic basis 1">
            <a:extLst xmlns:a="http://schemas.openxmlformats.org/drawingml/2006/main">
              <a:ext uri="{FF2B5EF4-FFF2-40B4-BE49-F238E27FC236}">
                <a16:creationId xmlns:a16="http://schemas.microsoft.com/office/drawing/2014/main" id="{48E484D2-E0BC-49F6-961C-1BD7DC22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495425" cy="933450"/>
          </a:xfrm>
          <a:custGeom xmlns:a="http://schemas.openxmlformats.org/drawingml/2006/main">
            <a:pathLst>
              <a:path w="1495425" h="933450">
                <a:moveTo>
                  <a:pt x="0" y="933450"/>
                </a:moveTo>
                <a:lnTo>
                  <a:pt x="24924" y="917893"/>
                </a:lnTo>
                <a:lnTo>
                  <a:pt x="49848" y="902335"/>
                </a:lnTo>
                <a:lnTo>
                  <a:pt x="74771" y="886778"/>
                </a:lnTo>
                <a:lnTo>
                  <a:pt x="99695" y="871220"/>
                </a:lnTo>
                <a:lnTo>
                  <a:pt x="124619" y="855663"/>
                </a:lnTo>
                <a:lnTo>
                  <a:pt x="149543" y="840105"/>
                </a:lnTo>
                <a:lnTo>
                  <a:pt x="174466" y="824548"/>
                </a:lnTo>
                <a:lnTo>
                  <a:pt x="199390" y="808990"/>
                </a:lnTo>
                <a:lnTo>
                  <a:pt x="224314" y="793433"/>
                </a:lnTo>
                <a:lnTo>
                  <a:pt x="249237" y="777875"/>
                </a:lnTo>
                <a:lnTo>
                  <a:pt x="274161" y="762318"/>
                </a:lnTo>
                <a:lnTo>
                  <a:pt x="299085" y="746760"/>
                </a:lnTo>
                <a:lnTo>
                  <a:pt x="324009" y="731202"/>
                </a:lnTo>
                <a:lnTo>
                  <a:pt x="348932" y="715645"/>
                </a:lnTo>
                <a:lnTo>
                  <a:pt x="373856" y="700088"/>
                </a:lnTo>
                <a:lnTo>
                  <a:pt x="398780" y="684530"/>
                </a:lnTo>
                <a:lnTo>
                  <a:pt x="423704" y="668973"/>
                </a:lnTo>
                <a:lnTo>
                  <a:pt x="448628" y="653415"/>
                </a:lnTo>
                <a:lnTo>
                  <a:pt x="473551" y="637858"/>
                </a:lnTo>
                <a:lnTo>
                  <a:pt x="498475" y="622300"/>
                </a:lnTo>
                <a:lnTo>
                  <a:pt x="523399" y="606742"/>
                </a:lnTo>
                <a:lnTo>
                  <a:pt x="548323" y="591185"/>
                </a:lnTo>
                <a:lnTo>
                  <a:pt x="573246" y="575628"/>
                </a:lnTo>
                <a:lnTo>
                  <a:pt x="598170" y="560070"/>
                </a:lnTo>
                <a:lnTo>
                  <a:pt x="623094" y="544512"/>
                </a:lnTo>
                <a:lnTo>
                  <a:pt x="648017" y="528955"/>
                </a:lnTo>
                <a:lnTo>
                  <a:pt x="672941" y="513398"/>
                </a:lnTo>
                <a:lnTo>
                  <a:pt x="697865" y="497840"/>
                </a:lnTo>
                <a:lnTo>
                  <a:pt x="722789" y="482282"/>
                </a:lnTo>
                <a:lnTo>
                  <a:pt x="747713" y="466725"/>
                </a:lnTo>
                <a:lnTo>
                  <a:pt x="772636" y="451168"/>
                </a:lnTo>
                <a:lnTo>
                  <a:pt x="797560" y="435610"/>
                </a:lnTo>
                <a:lnTo>
                  <a:pt x="822484" y="420052"/>
                </a:lnTo>
                <a:lnTo>
                  <a:pt x="847408" y="404495"/>
                </a:lnTo>
                <a:lnTo>
                  <a:pt x="872331" y="388938"/>
                </a:lnTo>
                <a:lnTo>
                  <a:pt x="897255" y="373380"/>
                </a:lnTo>
                <a:lnTo>
                  <a:pt x="922179" y="357822"/>
                </a:lnTo>
                <a:lnTo>
                  <a:pt x="947103" y="342265"/>
                </a:lnTo>
                <a:lnTo>
                  <a:pt x="972026" y="326708"/>
                </a:lnTo>
                <a:lnTo>
                  <a:pt x="996950" y="311150"/>
                </a:lnTo>
                <a:lnTo>
                  <a:pt x="1021874" y="295593"/>
                </a:lnTo>
                <a:lnTo>
                  <a:pt x="1046797" y="280035"/>
                </a:lnTo>
                <a:lnTo>
                  <a:pt x="1071721" y="264477"/>
                </a:lnTo>
                <a:lnTo>
                  <a:pt x="1096645" y="248920"/>
                </a:lnTo>
                <a:lnTo>
                  <a:pt x="1121569" y="233363"/>
                </a:lnTo>
                <a:lnTo>
                  <a:pt x="1146493" y="217805"/>
                </a:lnTo>
                <a:lnTo>
                  <a:pt x="1171416" y="202248"/>
                </a:lnTo>
                <a:lnTo>
                  <a:pt x="1196340" y="186690"/>
                </a:lnTo>
                <a:lnTo>
                  <a:pt x="1221264" y="171133"/>
                </a:lnTo>
                <a:lnTo>
                  <a:pt x="1246188" y="155575"/>
                </a:lnTo>
                <a:lnTo>
                  <a:pt x="1271111" y="140017"/>
                </a:lnTo>
                <a:lnTo>
                  <a:pt x="1296035" y="124460"/>
                </a:lnTo>
                <a:lnTo>
                  <a:pt x="1320959" y="108903"/>
                </a:lnTo>
                <a:lnTo>
                  <a:pt x="1345882" y="93345"/>
                </a:lnTo>
                <a:lnTo>
                  <a:pt x="1370806" y="77788"/>
                </a:lnTo>
                <a:lnTo>
                  <a:pt x="1395730" y="62230"/>
                </a:lnTo>
                <a:lnTo>
                  <a:pt x="1420654" y="46673"/>
                </a:lnTo>
                <a:lnTo>
                  <a:pt x="1445577" y="31115"/>
                </a:lnTo>
                <a:lnTo>
                  <a:pt x="1470501" y="15558"/>
                </a:ln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B6B6B"/>
            </a:solidFill>
            <a:prstDash val="solid"/>
          </a:ln>
        </p:spPr>
      </p:sp>
      <p:sp>
        <p:nvSpPr>
          <p:cNvPr id="43" name="schematic basis 2">
            <a:extLst xmlns:a="http://schemas.openxmlformats.org/drawingml/2006/main">
              <a:ext uri="{FF2B5EF4-FFF2-40B4-BE49-F238E27FC236}">
                <a16:creationId xmlns:a16="http://schemas.microsoft.com/office/drawing/2014/main" id="{5103DC6D-3337-4A64-B19F-12EBA6D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495425" cy="700088"/>
          </a:xfrm>
          <a:custGeom xmlns:a="http://schemas.openxmlformats.org/drawingml/2006/main">
            <a:pathLst>
              <a:path w="1495425" h="700088">
                <a:moveTo>
                  <a:pt x="0" y="0"/>
                </a:moveTo>
                <a:lnTo>
                  <a:pt x="24924" y="45895"/>
                </a:lnTo>
                <a:lnTo>
                  <a:pt x="49848" y="90233"/>
                </a:lnTo>
                <a:lnTo>
                  <a:pt x="74771" y="133017"/>
                </a:lnTo>
                <a:lnTo>
                  <a:pt x="99695" y="174244"/>
                </a:lnTo>
                <a:lnTo>
                  <a:pt x="124619" y="213916"/>
                </a:lnTo>
                <a:lnTo>
                  <a:pt x="149543" y="252031"/>
                </a:lnTo>
                <a:lnTo>
                  <a:pt x="174466" y="288592"/>
                </a:lnTo>
                <a:lnTo>
                  <a:pt x="199390" y="323596"/>
                </a:lnTo>
                <a:lnTo>
                  <a:pt x="224314" y="357045"/>
                </a:lnTo>
                <a:lnTo>
                  <a:pt x="249237" y="388938"/>
                </a:lnTo>
                <a:lnTo>
                  <a:pt x="274161" y="419275"/>
                </a:lnTo>
                <a:lnTo>
                  <a:pt x="299085" y="448056"/>
                </a:lnTo>
                <a:lnTo>
                  <a:pt x="324009" y="475282"/>
                </a:lnTo>
                <a:lnTo>
                  <a:pt x="348932" y="500952"/>
                </a:lnTo>
                <a:lnTo>
                  <a:pt x="373856" y="525066"/>
                </a:lnTo>
                <a:lnTo>
                  <a:pt x="398780" y="547624"/>
                </a:lnTo>
                <a:lnTo>
                  <a:pt x="423704" y="568627"/>
                </a:lnTo>
                <a:lnTo>
                  <a:pt x="448628" y="588074"/>
                </a:lnTo>
                <a:lnTo>
                  <a:pt x="473551" y="605965"/>
                </a:lnTo>
                <a:lnTo>
                  <a:pt x="498475" y="622300"/>
                </a:lnTo>
                <a:lnTo>
                  <a:pt x="523399" y="637080"/>
                </a:lnTo>
                <a:lnTo>
                  <a:pt x="548323" y="650304"/>
                </a:lnTo>
                <a:lnTo>
                  <a:pt x="573246" y="661972"/>
                </a:lnTo>
                <a:lnTo>
                  <a:pt x="598170" y="672084"/>
                </a:lnTo>
                <a:lnTo>
                  <a:pt x="623094" y="680641"/>
                </a:lnTo>
                <a:lnTo>
                  <a:pt x="648017" y="687642"/>
                </a:lnTo>
                <a:lnTo>
                  <a:pt x="672941" y="693087"/>
                </a:lnTo>
                <a:lnTo>
                  <a:pt x="697865" y="696976"/>
                </a:lnTo>
                <a:lnTo>
                  <a:pt x="722789" y="699310"/>
                </a:lnTo>
                <a:lnTo>
                  <a:pt x="747713" y="700088"/>
                </a:lnTo>
                <a:lnTo>
                  <a:pt x="772636" y="699310"/>
                </a:lnTo>
                <a:lnTo>
                  <a:pt x="797560" y="696976"/>
                </a:lnTo>
                <a:lnTo>
                  <a:pt x="822484" y="693087"/>
                </a:lnTo>
                <a:lnTo>
                  <a:pt x="847408" y="687642"/>
                </a:lnTo>
                <a:lnTo>
                  <a:pt x="872331" y="680641"/>
                </a:lnTo>
                <a:lnTo>
                  <a:pt x="897255" y="672084"/>
                </a:lnTo>
                <a:lnTo>
                  <a:pt x="922179" y="661972"/>
                </a:lnTo>
                <a:lnTo>
                  <a:pt x="947103" y="650304"/>
                </a:lnTo>
                <a:lnTo>
                  <a:pt x="972026" y="637080"/>
                </a:lnTo>
                <a:lnTo>
                  <a:pt x="996950" y="622300"/>
                </a:lnTo>
                <a:lnTo>
                  <a:pt x="1021874" y="605965"/>
                </a:lnTo>
                <a:lnTo>
                  <a:pt x="1046797" y="588074"/>
                </a:lnTo>
                <a:lnTo>
                  <a:pt x="1071721" y="568627"/>
                </a:lnTo>
                <a:lnTo>
                  <a:pt x="1096645" y="547624"/>
                </a:lnTo>
                <a:lnTo>
                  <a:pt x="1121569" y="525066"/>
                </a:lnTo>
                <a:lnTo>
                  <a:pt x="1146493" y="500952"/>
                </a:lnTo>
                <a:lnTo>
                  <a:pt x="1171416" y="475282"/>
                </a:lnTo>
                <a:lnTo>
                  <a:pt x="1196340" y="448056"/>
                </a:lnTo>
                <a:lnTo>
                  <a:pt x="1221264" y="419275"/>
                </a:lnTo>
                <a:lnTo>
                  <a:pt x="1246188" y="388938"/>
                </a:lnTo>
                <a:lnTo>
                  <a:pt x="1271111" y="357045"/>
                </a:lnTo>
                <a:lnTo>
                  <a:pt x="1296035" y="323596"/>
                </a:lnTo>
                <a:lnTo>
                  <a:pt x="1320959" y="288592"/>
                </a:lnTo>
                <a:lnTo>
                  <a:pt x="1345882" y="252031"/>
                </a:lnTo>
                <a:lnTo>
                  <a:pt x="1370806" y="213916"/>
                </a:lnTo>
                <a:lnTo>
                  <a:pt x="1395730" y="174244"/>
                </a:lnTo>
                <a:lnTo>
                  <a:pt x="1420654" y="133017"/>
                </a:lnTo>
                <a:lnTo>
                  <a:pt x="1445577" y="90233"/>
                </a:lnTo>
                <a:lnTo>
                  <a:pt x="1470501" y="45895"/>
                </a:ln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B6B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CC6214-3B1A-4CDF-862A-6472DEF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1495425" cy="95"/>
          </a:xfrm>
          <a:custGeom xmlns:a="http://schemas.openxmlformats.org/drawingml/2006/main">
            <a:pathLst>
              <a:path w="1495425" h="95">
                <a:moveTo>
                  <a:pt x="0" y="0"/>
                </a:move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22005E-05BB-4288-B305-10C4AE2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43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94FEAE-8887-4B7A-BF89-27FF472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47" name="schematic basis 0">
            <a:extLst xmlns:a="http://schemas.openxmlformats.org/drawingml/2006/main">
              <a:ext uri="{FF2B5EF4-FFF2-40B4-BE49-F238E27FC236}">
                <a16:creationId xmlns:a16="http://schemas.microsoft.com/office/drawing/2014/main" id="{F1B46E30-A66F-4FE8-BBAE-24F03EE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07961"/>
            <a:ext cx="1819275" cy="95"/>
          </a:xfrm>
          <a:custGeom xmlns:a="http://schemas.openxmlformats.org/drawingml/2006/main">
            <a:pathLst>
              <a:path w="1819275" h="95">
                <a:moveTo>
                  <a:pt x="0" y="0"/>
                </a:moveTo>
                <a:lnTo>
                  <a:pt x="30321" y="0"/>
                </a:lnTo>
                <a:lnTo>
                  <a:pt x="60643" y="0"/>
                </a:lnTo>
                <a:lnTo>
                  <a:pt x="90964" y="0"/>
                </a:lnTo>
                <a:lnTo>
                  <a:pt x="121285" y="0"/>
                </a:lnTo>
                <a:lnTo>
                  <a:pt x="151606" y="0"/>
                </a:lnTo>
                <a:lnTo>
                  <a:pt x="181928" y="0"/>
                </a:lnTo>
                <a:lnTo>
                  <a:pt x="212249" y="0"/>
                </a:lnTo>
                <a:lnTo>
                  <a:pt x="242570" y="0"/>
                </a:lnTo>
                <a:lnTo>
                  <a:pt x="272891" y="0"/>
                </a:lnTo>
                <a:lnTo>
                  <a:pt x="303213" y="0"/>
                </a:lnTo>
                <a:lnTo>
                  <a:pt x="333534" y="0"/>
                </a:lnTo>
                <a:lnTo>
                  <a:pt x="363855" y="0"/>
                </a:lnTo>
                <a:lnTo>
                  <a:pt x="394176" y="0"/>
                </a:lnTo>
                <a:lnTo>
                  <a:pt x="424498" y="0"/>
                </a:lnTo>
                <a:lnTo>
                  <a:pt x="454819" y="0"/>
                </a:lnTo>
                <a:lnTo>
                  <a:pt x="485140" y="0"/>
                </a:lnTo>
                <a:lnTo>
                  <a:pt x="515461" y="0"/>
                </a:lnTo>
                <a:lnTo>
                  <a:pt x="545782" y="0"/>
                </a:lnTo>
                <a:lnTo>
                  <a:pt x="576104" y="0"/>
                </a:lnTo>
                <a:lnTo>
                  <a:pt x="606425" y="0"/>
                </a:lnTo>
                <a:lnTo>
                  <a:pt x="636746" y="0"/>
                </a:lnTo>
                <a:lnTo>
                  <a:pt x="667067" y="0"/>
                </a:lnTo>
                <a:lnTo>
                  <a:pt x="697389" y="0"/>
                </a:lnTo>
                <a:lnTo>
                  <a:pt x="727710" y="0"/>
                </a:lnTo>
                <a:lnTo>
                  <a:pt x="758031" y="0"/>
                </a:lnTo>
                <a:lnTo>
                  <a:pt x="788352" y="0"/>
                </a:lnTo>
                <a:lnTo>
                  <a:pt x="818674" y="0"/>
                </a:lnTo>
                <a:lnTo>
                  <a:pt x="848995" y="0"/>
                </a:lnTo>
                <a:lnTo>
                  <a:pt x="879316" y="0"/>
                </a:lnTo>
                <a:lnTo>
                  <a:pt x="909638" y="0"/>
                </a:lnTo>
                <a:lnTo>
                  <a:pt x="939959" y="0"/>
                </a:lnTo>
                <a:lnTo>
                  <a:pt x="970280" y="0"/>
                </a:lnTo>
                <a:lnTo>
                  <a:pt x="1000601" y="0"/>
                </a:lnTo>
                <a:lnTo>
                  <a:pt x="1030923" y="0"/>
                </a:lnTo>
                <a:lnTo>
                  <a:pt x="1061244" y="0"/>
                </a:lnTo>
                <a:lnTo>
                  <a:pt x="1091565" y="0"/>
                </a:lnTo>
                <a:lnTo>
                  <a:pt x="1121886" y="0"/>
                </a:lnTo>
                <a:lnTo>
                  <a:pt x="1152208" y="0"/>
                </a:lnTo>
                <a:lnTo>
                  <a:pt x="1182529" y="0"/>
                </a:lnTo>
                <a:lnTo>
                  <a:pt x="1212850" y="0"/>
                </a:lnTo>
                <a:lnTo>
                  <a:pt x="1243171" y="0"/>
                </a:lnTo>
                <a:lnTo>
                  <a:pt x="1273493" y="0"/>
                </a:lnTo>
                <a:lnTo>
                  <a:pt x="1303814" y="0"/>
                </a:lnTo>
                <a:lnTo>
                  <a:pt x="1334135" y="0"/>
                </a:lnTo>
                <a:lnTo>
                  <a:pt x="1364456" y="0"/>
                </a:lnTo>
                <a:lnTo>
                  <a:pt x="1394778" y="0"/>
                </a:lnTo>
                <a:lnTo>
                  <a:pt x="1425099" y="0"/>
                </a:lnTo>
                <a:lnTo>
                  <a:pt x="1455420" y="0"/>
                </a:lnTo>
                <a:lnTo>
                  <a:pt x="1485741" y="0"/>
                </a:lnTo>
                <a:lnTo>
                  <a:pt x="1516062" y="0"/>
                </a:lnTo>
                <a:lnTo>
                  <a:pt x="1546384" y="0"/>
                </a:lnTo>
                <a:lnTo>
                  <a:pt x="1576705" y="0"/>
                </a:lnTo>
                <a:lnTo>
                  <a:pt x="1607026" y="0"/>
                </a:lnTo>
                <a:lnTo>
                  <a:pt x="1637347" y="0"/>
                </a:lnTo>
                <a:lnTo>
                  <a:pt x="1667669" y="0"/>
                </a:lnTo>
                <a:lnTo>
                  <a:pt x="1697990" y="0"/>
                </a:lnTo>
                <a:lnTo>
                  <a:pt x="1728311" y="0"/>
                </a:lnTo>
                <a:lnTo>
                  <a:pt x="1758633" y="0"/>
                </a:lnTo>
                <a:lnTo>
                  <a:pt x="1788954" y="0"/>
                </a:ln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147D76"/>
            </a:solidFill>
            <a:prstDash val="solid"/>
          </a:ln>
        </p:spPr>
      </p:sp>
      <p:sp>
        <p:nvSpPr>
          <p:cNvPr id="48" name="schematic basis 1">
            <a:extLst xmlns:a="http://schemas.openxmlformats.org/drawingml/2006/main">
              <a:ext uri="{FF2B5EF4-FFF2-40B4-BE49-F238E27FC236}">
                <a16:creationId xmlns:a16="http://schemas.microsoft.com/office/drawing/2014/main" id="{114DCE02-8913-4910-A95C-1FCEA49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23950"/>
            <a:ext cx="1819275" cy="933450"/>
          </a:xfrm>
          <a:custGeom xmlns:a="http://schemas.openxmlformats.org/drawingml/2006/main">
            <a:pathLst>
              <a:path w="1819275" h="933450">
                <a:moveTo>
                  <a:pt x="0" y="933450"/>
                </a:moveTo>
                <a:lnTo>
                  <a:pt x="30321" y="917893"/>
                </a:lnTo>
                <a:lnTo>
                  <a:pt x="60643" y="902335"/>
                </a:lnTo>
                <a:lnTo>
                  <a:pt x="90964" y="886778"/>
                </a:lnTo>
                <a:lnTo>
                  <a:pt x="121285" y="871220"/>
                </a:lnTo>
                <a:lnTo>
                  <a:pt x="151606" y="855663"/>
                </a:lnTo>
                <a:lnTo>
                  <a:pt x="181928" y="840105"/>
                </a:lnTo>
                <a:lnTo>
                  <a:pt x="212249" y="824548"/>
                </a:lnTo>
                <a:lnTo>
                  <a:pt x="242570" y="808990"/>
                </a:lnTo>
                <a:lnTo>
                  <a:pt x="272891" y="793433"/>
                </a:lnTo>
                <a:lnTo>
                  <a:pt x="303213" y="777875"/>
                </a:lnTo>
                <a:lnTo>
                  <a:pt x="333534" y="762318"/>
                </a:lnTo>
                <a:lnTo>
                  <a:pt x="363855" y="746760"/>
                </a:lnTo>
                <a:lnTo>
                  <a:pt x="394176" y="731202"/>
                </a:lnTo>
                <a:lnTo>
                  <a:pt x="424498" y="715645"/>
                </a:lnTo>
                <a:lnTo>
                  <a:pt x="454819" y="700088"/>
                </a:lnTo>
                <a:lnTo>
                  <a:pt x="485140" y="684530"/>
                </a:lnTo>
                <a:lnTo>
                  <a:pt x="515461" y="668973"/>
                </a:lnTo>
                <a:lnTo>
                  <a:pt x="545782" y="653415"/>
                </a:lnTo>
                <a:lnTo>
                  <a:pt x="576104" y="637858"/>
                </a:lnTo>
                <a:lnTo>
                  <a:pt x="606425" y="622300"/>
                </a:lnTo>
                <a:lnTo>
                  <a:pt x="636746" y="606742"/>
                </a:lnTo>
                <a:lnTo>
                  <a:pt x="667067" y="591185"/>
                </a:lnTo>
                <a:lnTo>
                  <a:pt x="697389" y="575628"/>
                </a:lnTo>
                <a:lnTo>
                  <a:pt x="727710" y="560070"/>
                </a:lnTo>
                <a:lnTo>
                  <a:pt x="758031" y="544512"/>
                </a:lnTo>
                <a:lnTo>
                  <a:pt x="788352" y="528955"/>
                </a:lnTo>
                <a:lnTo>
                  <a:pt x="818674" y="513398"/>
                </a:lnTo>
                <a:lnTo>
                  <a:pt x="848995" y="497840"/>
                </a:lnTo>
                <a:lnTo>
                  <a:pt x="879316" y="482282"/>
                </a:lnTo>
                <a:lnTo>
                  <a:pt x="909638" y="466725"/>
                </a:lnTo>
                <a:lnTo>
                  <a:pt x="939959" y="451168"/>
                </a:lnTo>
                <a:lnTo>
                  <a:pt x="970280" y="435610"/>
                </a:lnTo>
                <a:lnTo>
                  <a:pt x="1000601" y="420052"/>
                </a:lnTo>
                <a:lnTo>
                  <a:pt x="1030923" y="404495"/>
                </a:lnTo>
                <a:lnTo>
                  <a:pt x="1061244" y="388938"/>
                </a:lnTo>
                <a:lnTo>
                  <a:pt x="1091565" y="373380"/>
                </a:lnTo>
                <a:lnTo>
                  <a:pt x="1121886" y="357822"/>
                </a:lnTo>
                <a:lnTo>
                  <a:pt x="1152208" y="342265"/>
                </a:lnTo>
                <a:lnTo>
                  <a:pt x="1182529" y="326708"/>
                </a:lnTo>
                <a:lnTo>
                  <a:pt x="1212850" y="311150"/>
                </a:lnTo>
                <a:lnTo>
                  <a:pt x="1243171" y="295593"/>
                </a:lnTo>
                <a:lnTo>
                  <a:pt x="1273493" y="280035"/>
                </a:lnTo>
                <a:lnTo>
                  <a:pt x="1303814" y="264477"/>
                </a:lnTo>
                <a:lnTo>
                  <a:pt x="1334135" y="248920"/>
                </a:lnTo>
                <a:lnTo>
                  <a:pt x="1364456" y="233363"/>
                </a:lnTo>
                <a:lnTo>
                  <a:pt x="1394778" y="217805"/>
                </a:lnTo>
                <a:lnTo>
                  <a:pt x="1425099" y="202248"/>
                </a:lnTo>
                <a:lnTo>
                  <a:pt x="1455420" y="186690"/>
                </a:lnTo>
                <a:lnTo>
                  <a:pt x="1485741" y="171133"/>
                </a:lnTo>
                <a:lnTo>
                  <a:pt x="1516062" y="155575"/>
                </a:lnTo>
                <a:lnTo>
                  <a:pt x="1546384" y="140017"/>
                </a:lnTo>
                <a:lnTo>
                  <a:pt x="1576705" y="124460"/>
                </a:lnTo>
                <a:lnTo>
                  <a:pt x="1607026" y="108903"/>
                </a:lnTo>
                <a:lnTo>
                  <a:pt x="1637347" y="93345"/>
                </a:lnTo>
                <a:lnTo>
                  <a:pt x="1667669" y="77788"/>
                </a:lnTo>
                <a:lnTo>
                  <a:pt x="1697990" y="62230"/>
                </a:lnTo>
                <a:lnTo>
                  <a:pt x="1728311" y="46673"/>
                </a:lnTo>
                <a:lnTo>
                  <a:pt x="1758633" y="31115"/>
                </a:lnTo>
                <a:lnTo>
                  <a:pt x="1788954" y="15558"/>
                </a:ln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47D76"/>
            </a:solidFill>
            <a:prstDash val="solid"/>
          </a:ln>
        </p:spPr>
      </p:sp>
      <p:sp>
        <p:nvSpPr>
          <p:cNvPr id="49" name="schematic basis 2">
            <a:extLst xmlns:a="http://schemas.openxmlformats.org/drawingml/2006/main">
              <a:ext uri="{FF2B5EF4-FFF2-40B4-BE49-F238E27FC236}">
                <a16:creationId xmlns:a16="http://schemas.microsoft.com/office/drawing/2014/main" id="{2431FF36-A63C-4B20-898F-1C6FA65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23950"/>
            <a:ext cx="1819275" cy="700088"/>
          </a:xfrm>
          <a:custGeom xmlns:a="http://schemas.openxmlformats.org/drawingml/2006/main">
            <a:pathLst>
              <a:path w="1819275" h="700088">
                <a:moveTo>
                  <a:pt x="0" y="0"/>
                </a:moveTo>
                <a:lnTo>
                  <a:pt x="30321" y="45895"/>
                </a:lnTo>
                <a:lnTo>
                  <a:pt x="60643" y="90233"/>
                </a:lnTo>
                <a:lnTo>
                  <a:pt x="90964" y="133017"/>
                </a:lnTo>
                <a:lnTo>
                  <a:pt x="121285" y="174244"/>
                </a:lnTo>
                <a:lnTo>
                  <a:pt x="151606" y="213916"/>
                </a:lnTo>
                <a:lnTo>
                  <a:pt x="181928" y="252031"/>
                </a:lnTo>
                <a:lnTo>
                  <a:pt x="212249" y="288592"/>
                </a:lnTo>
                <a:lnTo>
                  <a:pt x="242570" y="323596"/>
                </a:lnTo>
                <a:lnTo>
                  <a:pt x="272891" y="357045"/>
                </a:lnTo>
                <a:lnTo>
                  <a:pt x="303213" y="388938"/>
                </a:lnTo>
                <a:lnTo>
                  <a:pt x="333534" y="419275"/>
                </a:lnTo>
                <a:lnTo>
                  <a:pt x="363855" y="448056"/>
                </a:lnTo>
                <a:lnTo>
                  <a:pt x="394176" y="475282"/>
                </a:lnTo>
                <a:lnTo>
                  <a:pt x="424498" y="500952"/>
                </a:lnTo>
                <a:lnTo>
                  <a:pt x="454819" y="525066"/>
                </a:lnTo>
                <a:lnTo>
                  <a:pt x="485140" y="547624"/>
                </a:lnTo>
                <a:lnTo>
                  <a:pt x="515461" y="568627"/>
                </a:lnTo>
                <a:lnTo>
                  <a:pt x="545782" y="588074"/>
                </a:lnTo>
                <a:lnTo>
                  <a:pt x="576104" y="605965"/>
                </a:lnTo>
                <a:lnTo>
                  <a:pt x="606425" y="622300"/>
                </a:lnTo>
                <a:lnTo>
                  <a:pt x="636746" y="637080"/>
                </a:lnTo>
                <a:lnTo>
                  <a:pt x="667067" y="650304"/>
                </a:lnTo>
                <a:lnTo>
                  <a:pt x="697389" y="661972"/>
                </a:lnTo>
                <a:lnTo>
                  <a:pt x="727710" y="672084"/>
                </a:lnTo>
                <a:lnTo>
                  <a:pt x="758031" y="680641"/>
                </a:lnTo>
                <a:lnTo>
                  <a:pt x="788352" y="687642"/>
                </a:lnTo>
                <a:lnTo>
                  <a:pt x="818674" y="693087"/>
                </a:lnTo>
                <a:lnTo>
                  <a:pt x="848995" y="696976"/>
                </a:lnTo>
                <a:lnTo>
                  <a:pt x="879316" y="699310"/>
                </a:lnTo>
                <a:lnTo>
                  <a:pt x="909638" y="700088"/>
                </a:lnTo>
                <a:lnTo>
                  <a:pt x="939959" y="699310"/>
                </a:lnTo>
                <a:lnTo>
                  <a:pt x="970280" y="696976"/>
                </a:lnTo>
                <a:lnTo>
                  <a:pt x="1000601" y="693087"/>
                </a:lnTo>
                <a:lnTo>
                  <a:pt x="1030923" y="687642"/>
                </a:lnTo>
                <a:lnTo>
                  <a:pt x="1061244" y="680641"/>
                </a:lnTo>
                <a:lnTo>
                  <a:pt x="1091565" y="672084"/>
                </a:lnTo>
                <a:lnTo>
                  <a:pt x="1121886" y="661972"/>
                </a:lnTo>
                <a:lnTo>
                  <a:pt x="1152208" y="650304"/>
                </a:lnTo>
                <a:lnTo>
                  <a:pt x="1182529" y="637080"/>
                </a:lnTo>
                <a:lnTo>
                  <a:pt x="1212850" y="622300"/>
                </a:lnTo>
                <a:lnTo>
                  <a:pt x="1243171" y="605965"/>
                </a:lnTo>
                <a:lnTo>
                  <a:pt x="1273493" y="588074"/>
                </a:lnTo>
                <a:lnTo>
                  <a:pt x="1303814" y="568627"/>
                </a:lnTo>
                <a:lnTo>
                  <a:pt x="1334135" y="547624"/>
                </a:lnTo>
                <a:lnTo>
                  <a:pt x="1364456" y="525066"/>
                </a:lnTo>
                <a:lnTo>
                  <a:pt x="1394778" y="500952"/>
                </a:lnTo>
                <a:lnTo>
                  <a:pt x="1425099" y="475282"/>
                </a:lnTo>
                <a:lnTo>
                  <a:pt x="1455420" y="448056"/>
                </a:lnTo>
                <a:lnTo>
                  <a:pt x="1485741" y="419275"/>
                </a:lnTo>
                <a:lnTo>
                  <a:pt x="1516062" y="388938"/>
                </a:lnTo>
                <a:lnTo>
                  <a:pt x="1546384" y="357045"/>
                </a:lnTo>
                <a:lnTo>
                  <a:pt x="1576705" y="323596"/>
                </a:lnTo>
                <a:lnTo>
                  <a:pt x="1607026" y="288592"/>
                </a:lnTo>
                <a:lnTo>
                  <a:pt x="1637347" y="252031"/>
                </a:lnTo>
                <a:lnTo>
                  <a:pt x="1667669" y="213916"/>
                </a:lnTo>
                <a:lnTo>
                  <a:pt x="1697990" y="174244"/>
                </a:lnTo>
                <a:lnTo>
                  <a:pt x="1728311" y="133017"/>
                </a:lnTo>
                <a:lnTo>
                  <a:pt x="1758633" y="90233"/>
                </a:lnTo>
                <a:lnTo>
                  <a:pt x="1788954" y="45895"/>
                </a:ln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47D7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4E5C22-F54D-41D7-BC7C-EE428951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1819275" cy="95"/>
          </a:xfrm>
          <a:custGeom xmlns:a="http://schemas.openxmlformats.org/drawingml/2006/main">
            <a:pathLst>
              <a:path w="1819275" h="9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D5B144-837E-4E0C-8953-2B44B28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04F862-043A-4DF9-B705-EE1E4E3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43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6B6B"/>
            </a:solidFill>
            <a:prstDash val="solid"/>
          </a:ln>
        </p:spPr>
      </p:sp>
      <p:sp>
        <p:nvSpPr>
          <p:cNvPr id="53" name="H">
            <a:extLst xmlns:a="http://schemas.openxmlformats.org/drawingml/2006/main">
              <a:ext uri="{FF2B5EF4-FFF2-40B4-BE49-F238E27FC236}">
                <a16:creationId xmlns:a16="http://schemas.microsoft.com/office/drawing/2014/main" id="{83EB616D-C559-4658-9558-9254B4A0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21812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4" name="k−1">
            <a:extLst xmlns:a="http://schemas.openxmlformats.org/drawingml/2006/main">
              <a:ext uri="{FF2B5EF4-FFF2-40B4-BE49-F238E27FC236}">
                <a16:creationId xmlns:a16="http://schemas.microsoft.com/office/drawing/2014/main" id="{4B3F7339-9F76-4F5D-9FBF-D2EB5E46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2333625"/>
            <a:ext cx="48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8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k−1</a:t>
            </a:r>
          </a:p>
        </p:txBody>
      </p:sp>
      <p:sp>
        <p:nvSpPr>
          <p:cNvPr id="55" name="H">
            <a:extLst xmlns:a="http://schemas.openxmlformats.org/drawingml/2006/main">
              <a:ext uri="{FF2B5EF4-FFF2-40B4-BE49-F238E27FC236}">
                <a16:creationId xmlns:a16="http://schemas.microsoft.com/office/drawing/2014/main" id="{576393B7-C93B-4A31-94C6-8704177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52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6" name="k">
            <a:extLst xmlns:a="http://schemas.openxmlformats.org/drawingml/2006/main">
              <a:ext uri="{FF2B5EF4-FFF2-40B4-BE49-F238E27FC236}">
                <a16:creationId xmlns:a16="http://schemas.microsoft.com/office/drawing/2014/main" id="{BFE0B676-6F31-418E-B6CF-423123D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336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8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8" b="0" i="1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95AD30-3CCA-4D83-B601-50CDDC8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81150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47D7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C262A7-EA95-4FD7-A92C-F6686219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487" y="1549184"/>
            <a:ext cx="58513" cy="63931"/>
          </a:xfrm>
          <a:custGeom xmlns:a="http://schemas.openxmlformats.org/drawingml/2006/main"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47D76"/>
            </a:solidFill>
            <a:prstDash val="solid"/>
          </a:ln>
        </p:spPr>
      </p:sp>
      <p:sp>
        <p:nvSpPr>
          <p:cNvPr id="59" name="(R, r)">
            <a:extLst xmlns:a="http://schemas.openxmlformats.org/drawingml/2006/main">
              <a:ext uri="{FF2B5EF4-FFF2-40B4-BE49-F238E27FC236}">
                <a16:creationId xmlns:a16="http://schemas.microsoft.com/office/drawing/2014/main" id="{0BFCD755-8FC1-4E04-916F-27020B6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63" y="26955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(R, r)</a:t>
            </a:r>
          </a:p>
        </p:txBody>
      </p:sp>
      <p:sp>
        <p:nvSpPr>
          <p:cNvPr id="60" name="→">
            <a:extLst xmlns:a="http://schemas.openxmlformats.org/drawingml/2006/main">
              <a:ext uri="{FF2B5EF4-FFF2-40B4-BE49-F238E27FC236}">
                <a16:creationId xmlns:a16="http://schemas.microsoft.com/office/drawing/2014/main" id="{22877065-9792-4B42-AD9F-6F9C88C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695575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1" name="(M">
            <a:extLst xmlns:a="http://schemas.openxmlformats.org/drawingml/2006/main">
              <a:ext uri="{FF2B5EF4-FFF2-40B4-BE49-F238E27FC236}">
                <a16:creationId xmlns:a16="http://schemas.microsoft.com/office/drawing/2014/main" id="{04477A1E-0F26-448F-9D19-50D800F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2695575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(M</a:t>
            </a:r>
          </a:p>
        </p:txBody>
      </p:sp>
      <p:sp>
        <p:nvSpPr>
          <p:cNvPr id="62" name="T">
            <a:extLst xmlns:a="http://schemas.openxmlformats.org/drawingml/2006/main">
              <a:ext uri="{FF2B5EF4-FFF2-40B4-BE49-F238E27FC236}">
                <a16:creationId xmlns:a16="http://schemas.microsoft.com/office/drawing/2014/main" id="{A16C477B-6C0F-4FE6-BA21-0558E7B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27241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6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3" name="R M,">
            <a:extLst xmlns:a="http://schemas.openxmlformats.org/drawingml/2006/main">
              <a:ext uri="{FF2B5EF4-FFF2-40B4-BE49-F238E27FC236}">
                <a16:creationId xmlns:a16="http://schemas.microsoft.com/office/drawing/2014/main" id="{88A721C5-52D1-4785-9B9B-D10DECD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863" y="2695575"/>
            <a:ext cx="885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 M,</a:t>
            </a:r>
          </a:p>
        </p:txBody>
      </p:sp>
      <p:sp>
        <p:nvSpPr>
          <p:cNvPr id="64" name="M">
            <a:extLst xmlns:a="http://schemas.openxmlformats.org/drawingml/2006/main">
              <a:ext uri="{FF2B5EF4-FFF2-40B4-BE49-F238E27FC236}">
                <a16:creationId xmlns:a16="http://schemas.microsoft.com/office/drawing/2014/main" id="{3A53CDDE-FDDD-47AD-9DE8-67DBA715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113" y="26955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5" name="T">
            <a:extLst xmlns:a="http://schemas.openxmlformats.org/drawingml/2006/main">
              <a:ext uri="{FF2B5EF4-FFF2-40B4-BE49-F238E27FC236}">
                <a16:creationId xmlns:a16="http://schemas.microsoft.com/office/drawing/2014/main" id="{0F8A1228-4E74-461D-9598-5FC4B4F9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338" y="2724150"/>
            <a:ext cx="447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6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6" name="r)">
            <a:extLst xmlns:a="http://schemas.openxmlformats.org/drawingml/2006/main">
              <a:ext uri="{FF2B5EF4-FFF2-40B4-BE49-F238E27FC236}">
                <a16:creationId xmlns:a16="http://schemas.microsoft.com/office/drawing/2014/main" id="{14C00A91-E8FE-4C9E-9712-7BA70DDC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2695575"/>
            <a:ext cx="37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r)</a:t>
            </a:r>
          </a:p>
        </p:txBody>
      </p:sp>
      <p:sp>
        <p:nvSpPr>
          <p:cNvPr id="67" name="likelihood evidence,">
            <a:extLst xmlns:a="http://schemas.openxmlformats.org/drawingml/2006/main">
              <a:ext uri="{FF2B5EF4-FFF2-40B4-BE49-F238E27FC236}">
                <a16:creationId xmlns:a16="http://schemas.microsoft.com/office/drawing/2014/main" id="{EC1D55C2-3286-4B20-9ADD-2E0EE62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3852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likelihood evidence,</a:t>
            </a:r>
          </a:p>
        </p:txBody>
      </p:sp>
      <p:sp>
        <p:nvSpPr>
          <p:cNvPr id="68" name="not latent-state identity">
            <a:extLst xmlns:a="http://schemas.openxmlformats.org/drawingml/2006/main">
              <a:ext uri="{FF2B5EF4-FFF2-40B4-BE49-F238E27FC236}">
                <a16:creationId xmlns:a16="http://schemas.microsoft.com/office/drawing/2014/main" id="{58B8D18A-39A7-405C-9FD0-5F81E77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not latent-state identity</a:t>
            </a:r>
          </a:p>
        </p:txBody>
      </p:sp>
      <p:sp>
        <p:nvSpPr>
          <p:cNvPr id="69" name="dense product state">
            <a:extLst xmlns:a="http://schemas.openxmlformats.org/drawingml/2006/main">
              <a:ext uri="{FF2B5EF4-FFF2-40B4-BE49-F238E27FC236}">
                <a16:creationId xmlns:a16="http://schemas.microsoft.com/office/drawing/2014/main" id="{455AFBD5-BE8B-4321-996D-B961A0A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43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dense product state</a:t>
            </a:r>
          </a:p>
        </p:txBody>
      </p:sp>
      <p:sp>
        <p:nvSpPr>
          <p:cNvPr id="70" name="retained factors">
            <a:extLst xmlns:a="http://schemas.openxmlformats.org/drawingml/2006/main">
              <a:ext uri="{FF2B5EF4-FFF2-40B4-BE49-F238E27FC236}">
                <a16:creationId xmlns:a16="http://schemas.microsoft.com/office/drawing/2014/main" id="{EB63A6E6-3777-435B-B52D-9542AE7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7143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retained factors</a:t>
            </a:r>
          </a:p>
        </p:txBody>
      </p:sp>
      <p:sp>
        <p:nvSpPr>
          <p:cNvPr id="7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61AC5E8-A1AC-48B9-BE81-21C0A0F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59A56C4-7ED5-4174-9CF9-B578BC7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8FB0310-C9F5-4536-BE59-9266AE40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62DC570-B66A-4C1B-91E3-77E6C281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11C953F-F932-4309-92C6-93CB43F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BD4C767-A386-4B6A-AAC3-EEC3837E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39A87BA-12B0-4C21-8C48-3A74CF6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6D7A5B4-0D45-4FE4-8010-423CF3C7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F7DCE27-B71F-4E58-A367-EF5A360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99DA1A8-7566-42A8-BE51-756D3233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3107A25-C9A1-4A5C-AF7B-E71814F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5755C3C-16D4-43AA-9FF0-7414934E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04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135B867-218A-44FB-A05C-042A6D44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0E1A7E3-CC77-43B2-B5CE-323AC01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EE3CD6F-31A3-40CB-BFFD-63477FA0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710298B-7346-447E-B5E0-2037F3A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E6C2FFC-4AAC-49C3-AC3E-D934ED5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79D3F1A-7D4A-4499-8677-9EF7273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17C9F34-685D-48C5-BCFC-93339A3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CA429C7-F724-4E2D-AC32-7053EB8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C385E8A-7BBC-4E73-9243-341BB56C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B3A3127-0ECE-47F3-A4D7-78B983D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31CEF01-5E82-4D1F-8998-3CCE9184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E7B094B-4BB2-47CF-B404-EFEA9BF6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A7B210C-0BFF-4EFD-85E1-88FF7B6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5A9A845-D928-4DD8-A3F5-2D44FB7A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B27291E-CCF3-4F0A-A069-92542CA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E0C80C0-FAD1-4E69-A39F-329C259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E35357D-B475-46F3-84CD-BA172C5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89BA381-ED8D-4F6C-A6D3-6EABDA0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23396BD-E753-45AD-B192-EFE5BC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6C4A453-D3C8-497F-8C67-473D3DEF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7BB370C-A3B1-4D59-BCD8-D0004C94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C031BD7-3A8F-4AAB-9AA4-7C20223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21A5B1E-3B4D-4537-8522-7AF2E19C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D395D2A-802F-4775-9736-8D796FF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257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96B9863-E225-4808-A205-6148388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9067B03-05AD-4B14-A83C-CDABD9C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8A98C9B-0B3B-4D9F-9985-C277F3B0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2B5A9ED-A8DA-423D-8C60-CF15A28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8A9A125-D476-4AA8-B6AD-D7F1668A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12A2A19-7AD5-4692-9539-B3F0996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9293A11-B5CF-4DEC-9B50-FEEE26D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B42FDB3-FDA5-4E0F-942C-6C8654A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C8705AD-0FAF-47D3-B1A4-EDDB3649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2B40A2E-0BD4-4554-9B17-FD9056B6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897BF7B-343A-4A96-957C-48E9DE6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4E4DE75-4829-4A2B-AB26-E31C32B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333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D90DCC5-BDEE-41C4-9F1C-3D4DF6EE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22E6FD6-BC77-4679-99B4-E10CE84B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38B18E9-A03C-4CF8-B3C4-71D589F5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1C919B2-9413-4AAF-97B8-4B75A38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F8752EF-ACBD-4EBB-8F60-868EF03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EE7B492-3FBC-492D-AB62-9BA66510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059BF7A-5241-442B-9900-6913D79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01C76C1-CD7F-4602-B01C-AFA38A70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B11620F-59CF-419A-BCCB-65BFD4A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E11D766-740F-40CC-979A-7874F06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4B93AD1-1A53-4814-85D5-EC1717C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E584FD4-9A5A-4A59-AFB1-2701CC2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409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B310595-8467-4232-A28C-5F62648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83DA8EF-897A-4162-8998-6F6FE9D6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FD8FB05-30AF-48A3-BD8D-AC01B4DA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AB03B76-B19B-439C-B0B5-FB0F4D31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BBF7CCE-0B44-4FAF-82A6-1121F32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31E4CEC-A67C-4714-B01B-717AF7C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F7FF914-0782-4354-933D-E466101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63AB8A5-BE24-48C6-9D6C-EA3C530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2B2A625-88B2-4224-A78A-F5C50AB8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6866A84-E5B4-44F8-943B-5D5FCCF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4B35B75-5155-41BA-B762-A2FF680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7EB524D-B4BC-4ED0-88EC-BD2BDDF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485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0887579-342F-4271-90EB-D5A14E32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D04B541-598D-4EFB-90A8-2A1F280A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A87F48C-5B2B-4215-8BF8-051BF41B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602A2DD-7729-42B4-9B13-0E2DB067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09F01CE-E56D-4844-9BBC-1C0F79D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9E6DC63-AEC1-405A-861C-996F9AC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B9DF6C8-D3DC-42A1-B7D9-CC85DEA8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AABA56F-2905-4B7B-9413-04F6571D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98EF689-CFD8-44AC-8342-5B5FF59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3418E3B-C382-44F5-97F1-9492CC9B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3D8F5B7-1129-4072-B0CC-F9BD660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E5048BC-EC11-46F5-8F8C-9C6FEF8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3DA1966-CC36-47AF-B1F7-2F3BDA1C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F2B73B5-5C71-44C7-86E1-10857EE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2D9718E-4122-4594-B608-2E750B0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4B07C64-66EA-4E40-AC05-8DF3AB44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22C1AAB-430A-4527-A5F4-D3901A01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404A98A-82C5-4F3F-A3E1-8B28A6A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534B53C-F974-4012-9187-DE6B03E3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2A6CA08-7959-4C65-A281-DC71D12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D21B9A5-73EE-4DD0-B82E-854A6D7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3EA34FC-A504-45A7-8757-9971FBDA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0D383C0-4A4F-4E7A-BF47-46B08C2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81E1355-99C2-4C5D-902F-D06D3283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383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E7E0D16-957C-4924-9A46-17630BA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8CA61A7-BBCF-4BDA-9EF9-4CA38294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1FFC4D7-4FB4-4ACC-AD89-F787987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496506D-158A-4CD1-85ED-07FDB78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D252EBE-1F88-4D21-94FE-F8817B5E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12F886C-C5AC-41DB-AA1B-AAADE72B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B7C8865-F456-48F1-BBC5-947D7B23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BD9F3C7-93E0-41C2-A6BD-132CFD25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D31E48C-E37E-4520-9D3A-986A107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931807A-F59E-44DA-AEB3-6A11360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9A72E107-300F-4775-BC56-5D2E7770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0D205B1-4AC0-4604-9F04-8D981D26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7145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9012D35-EECB-4F23-B244-4507DD39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FCAD01C-B3E2-49B9-824F-FF07056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280BBF8-15FD-4E8A-9FB3-BBD092B9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689B0C5-ADF5-4D3D-9F67-09F46439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F2442C2-4D1E-44A6-9C98-CF22EC1B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89EF58E-450B-4395-B936-AB7A8F8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A30403C-51D4-4D82-8B8F-44367BA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336A78A-2493-4CA4-A6C0-D572924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AAC3F64-109C-46B8-AD6F-CD3B03E3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44B97A5-F0EF-4F4C-91F3-9FCFFECC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ED8CE40-34C4-47ED-82EB-EBD1385A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FB8DC7A-2790-48C2-B61D-7EB8D755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7907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F54B437-F1A2-4283-8781-8909358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6F3E1B69-7582-4143-B25D-5857AEA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52C7370-FA0B-46C1-8619-854AEA6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E0E8A47-1905-447A-B402-FD9B863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24D1613-172E-40FF-B50F-384316C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9A0E108-63E2-4407-A4D3-87EA8A4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87DA2E8-9ACB-40FA-9F8B-F8207E9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8F8C1D5B-9B88-412E-B99C-9DB8428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1022981-13BD-4E72-B8F8-4247B96E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F6AB5E4-257D-4A8D-B6DE-BB3776F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3FA0E3D-C6B2-4523-A3AC-7FB20EC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A7A33BA-F3B0-486C-9C6B-83C43F9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8669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F25EF64-DC6E-4035-A33C-AF9AE643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E5EEAC65-D69B-4E11-9689-82B0A698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890E256-4B92-4F75-B6DA-72FA7EF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C917936-BC03-4E59-A816-651CA0E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A778A44-BE78-4466-BD54-4C07F117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7358A11-0798-4EF1-9296-E58D1AC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771F147-6DFF-45AB-8455-803E3A8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790A643-6126-4D0E-8785-3CCBACDF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BEAF2E3-33D0-41F0-BED3-0CE3648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CFAAF88-972C-45B6-A6AE-351B4AF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7AE0FAC-F25E-4055-89BF-CF40B360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EDBEE42-C085-494A-980F-03D2B91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43100"/>
            <a:ext cx="61913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8ACE256-9CEB-4C0F-9BA8-A8A4A1B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562100"/>
            <a:ext cx="381000" cy="95"/>
          </a:xfrm>
          <a:custGeom xmlns:a="http://schemas.openxmlformats.org/drawingml/2006/main"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B6B6B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AC53127-1BF0-4A44-BD50-88E72AE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237" y="1530134"/>
            <a:ext cx="58513" cy="63931"/>
          </a:xfrm>
          <a:custGeom xmlns:a="http://schemas.openxmlformats.org/drawingml/2006/main"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B6B6B"/>
            </a:solidFill>
            <a:prstDash val="solid"/>
          </a:ln>
        </p:spPr>
      </p:sp>
      <p:sp>
        <p:nvSpPr>
          <p:cNvPr id="21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E6A7D82-F002-4030-AA19-B454AB1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0015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E3325CF-0AC0-41D9-A04B-468C345E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20015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1E1E68F-0E62-4C3F-B2B6-4349694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20015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82C974E-C830-4B74-918D-C24F0710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20015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DC4071C-12C4-4889-8063-605DD4E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6207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F93F6B23-2C3F-4466-9429-9EC32E3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36207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B3DFA8F-1EFA-4D09-9103-079E5595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36207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4D8CB93-5AC8-4B86-8036-0D47475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36207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B41120E-D9A5-4718-9F23-9A5D86F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C40B41E0-6ECA-4277-813E-DD1A21B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52400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C6C65AB-F5B2-459B-8491-94B2E134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52400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B4C326CC-A363-45F5-BEC0-ACA7ADF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524000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27E2C447-6CB1-4071-A2F5-683FFD58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8592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407E66D-386B-4A99-9BEA-432340E1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68592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54B22357-01CA-41B4-A617-0355B72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68592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0106421A-D5EA-43FF-BAE2-241C8C5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685925"/>
            <a:ext cx="147638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6469638-1B15-49FD-AD80-F5E0B18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1200150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371372F-90AD-4DFC-92FE-CB56DD1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768" y="1200150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DE0D8C63-DE26-4E5E-B08B-2A9ABDDA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5985" y="1200150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770D77C6-6B62-4F21-A0C5-109E35D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1416368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19C75695-B404-4E99-8398-E3783A8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768" y="1416368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EC0185F-946D-4386-A9F2-4AB23E6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5985" y="1416368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3AB871BA-A0D1-492D-85A5-469165E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1632585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ACEFEB5D-CF18-4024-A9DE-6D760C78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768" y="1632585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editable matrix cell">
            <a:extLst xmlns:a="http://schemas.openxmlformats.org/drawingml/2006/main">
              <a:ext uri="{FF2B5EF4-FFF2-40B4-BE49-F238E27FC236}">
                <a16:creationId xmlns:a16="http://schemas.microsoft.com/office/drawing/2014/main" id="{4B5C7C4C-AC61-435B-9783-057B6F54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5985" y="1632585"/>
            <a:ext cx="20193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⊗">
            <a:extLst xmlns:a="http://schemas.openxmlformats.org/drawingml/2006/main">
              <a:ext uri="{FF2B5EF4-FFF2-40B4-BE49-F238E27FC236}">
                <a16:creationId xmlns:a16="http://schemas.microsoft.com/office/drawing/2014/main" id="{160ED037-46B8-42D8-905F-B515BDB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343025"/>
            <a:ext cx="333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⊗</a:t>
            </a:r>
          </a:p>
        </p:txBody>
      </p:sp>
      <p:sp>
        <p:nvSpPr>
          <p:cNvPr id="243" name="B">
            <a:extLst xmlns:a="http://schemas.openxmlformats.org/drawingml/2006/main">
              <a:ext uri="{FF2B5EF4-FFF2-40B4-BE49-F238E27FC236}">
                <a16:creationId xmlns:a16="http://schemas.microsoft.com/office/drawing/2014/main" id="{1CB99EB7-33D6-46F7-A23C-0011A31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914525"/>
            <a:ext cx="37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44" name="k">
            <a:extLst xmlns:a="http://schemas.openxmlformats.org/drawingml/2006/main">
              <a:ext uri="{FF2B5EF4-FFF2-40B4-BE49-F238E27FC236}">
                <a16:creationId xmlns:a16="http://schemas.microsoft.com/office/drawing/2014/main" id="{A4E66C6A-5D0D-42D1-8B7D-A33CC15C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0669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9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9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45" name="G">
            <a:extLst xmlns:a="http://schemas.openxmlformats.org/drawingml/2006/main">
              <a:ext uri="{FF2B5EF4-FFF2-40B4-BE49-F238E27FC236}">
                <a16:creationId xmlns:a16="http://schemas.microsoft.com/office/drawing/2014/main" id="{67663D7A-9EF7-48BC-96FE-BD1FA49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1914525"/>
            <a:ext cx="27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1">
                <a:solidFill>
                  <a:srgbClr val="147D76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46" name="R">
            <a:extLst xmlns:a="http://schemas.openxmlformats.org/drawingml/2006/main">
              <a:ext uri="{FF2B5EF4-FFF2-40B4-BE49-F238E27FC236}">
                <a16:creationId xmlns:a16="http://schemas.microsoft.com/office/drawing/2014/main" id="{11A2C349-6160-481B-928A-64899BC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003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47" name="uu,k">
            <a:extLst xmlns:a="http://schemas.openxmlformats.org/drawingml/2006/main">
              <a:ext uri="{FF2B5EF4-FFF2-40B4-BE49-F238E27FC236}">
                <a16:creationId xmlns:a16="http://schemas.microsoft.com/office/drawing/2014/main" id="{79DF2BB2-24FB-4EAB-9CFF-212252B7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809875"/>
            <a:ext cx="866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uu,k</a:t>
            </a:r>
          </a:p>
        </p:txBody>
      </p:sp>
      <p:sp>
        <p:nvSpPr>
          <p:cNvPr id="248" name="=">
            <a:extLst xmlns:a="http://schemas.openxmlformats.org/drawingml/2006/main">
              <a:ext uri="{FF2B5EF4-FFF2-40B4-BE49-F238E27FC236}">
                <a16:creationId xmlns:a16="http://schemas.microsoft.com/office/drawing/2014/main" id="{FE0C3B4F-AFC5-4032-87C6-AFE8BA5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60032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249" name="B">
            <a:extLst xmlns:a="http://schemas.openxmlformats.org/drawingml/2006/main">
              <a:ext uri="{FF2B5EF4-FFF2-40B4-BE49-F238E27FC236}">
                <a16:creationId xmlns:a16="http://schemas.microsoft.com/office/drawing/2014/main" id="{F29020C4-6020-4688-BD3E-38BF163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600325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0" name="k">
            <a:extLst xmlns:a="http://schemas.openxmlformats.org/drawingml/2006/main">
              <a:ext uri="{FF2B5EF4-FFF2-40B4-BE49-F238E27FC236}">
                <a16:creationId xmlns:a16="http://schemas.microsoft.com/office/drawing/2014/main" id="{D74EB5FD-22C4-4F90-A0D7-99E02C1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809875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7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51" name="⊗">
            <a:extLst xmlns:a="http://schemas.openxmlformats.org/drawingml/2006/main">
              <a:ext uri="{FF2B5EF4-FFF2-40B4-BE49-F238E27FC236}">
                <a16:creationId xmlns:a16="http://schemas.microsoft.com/office/drawing/2014/main" id="{4BC8881D-5675-46A1-9F78-F833462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600325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⊗</a:t>
            </a:r>
          </a:p>
        </p:txBody>
      </p:sp>
      <p:sp>
        <p:nvSpPr>
          <p:cNvPr id="252" name="G">
            <a:extLst xmlns:a="http://schemas.openxmlformats.org/drawingml/2006/main">
              <a:ext uri="{FF2B5EF4-FFF2-40B4-BE49-F238E27FC236}">
                <a16:creationId xmlns:a16="http://schemas.microsoft.com/office/drawing/2014/main" id="{019DD81E-BE54-4F29-A0AC-DB56641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600325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53" name="Schur–Sylvester solve">
            <a:extLst xmlns:a="http://schemas.openxmlformats.org/drawingml/2006/main">
              <a:ext uri="{FF2B5EF4-FFF2-40B4-BE49-F238E27FC236}">
                <a16:creationId xmlns:a16="http://schemas.microsoft.com/office/drawing/2014/main" id="{1FF78A77-4944-4454-A748-1042F27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Schur–Sylvester solve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FFA1650-4077-410B-A34A-53D9E33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1950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B6B6B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9CF64B4-D512-4919-A23F-065F367C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234" y="3732437"/>
            <a:ext cx="63931" cy="58513"/>
          </a:xfrm>
          <a:custGeom xmlns:a="http://schemas.openxmlformats.org/drawingml/2006/main">
            <a:pathLst>
              <a:path w="63931" h="58513">
                <a:moveTo>
                  <a:pt x="0" y="0"/>
                </a:moveTo>
                <a:lnTo>
                  <a:pt x="31966" y="58513"/>
                </a:lnTo>
                <a:lnTo>
                  <a:pt x="63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6B6B6B"/>
            </a:solidFill>
            <a:prstDash val="solid"/>
          </a:ln>
        </p:spPr>
      </p:sp>
      <p:sp>
        <p:nvSpPr>
          <p:cNvPr id="256" name="q">
            <a:extLst xmlns:a="http://schemas.openxmlformats.org/drawingml/2006/main">
              <a:ext uri="{FF2B5EF4-FFF2-40B4-BE49-F238E27FC236}">
                <a16:creationId xmlns:a16="http://schemas.microsoft.com/office/drawing/2014/main" id="{4BF8497A-D64E-493E-9A91-95C23EA2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063" y="3819525"/>
            <a:ext cx="390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57" name="k">
            <a:extLst xmlns:a="http://schemas.openxmlformats.org/drawingml/2006/main">
              <a:ext uri="{FF2B5EF4-FFF2-40B4-BE49-F238E27FC236}">
                <a16:creationId xmlns:a16="http://schemas.microsoft.com/office/drawing/2014/main" id="{66E3C3FF-BF60-4712-9E6D-8BAD25A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563" y="4029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6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58" name="(β,">
            <a:extLst xmlns:a="http://schemas.openxmlformats.org/drawingml/2006/main">
              <a:ext uri="{FF2B5EF4-FFF2-40B4-BE49-F238E27FC236}">
                <a16:creationId xmlns:a16="http://schemas.microsoft.com/office/drawing/2014/main" id="{D27BA239-74AA-4F69-B739-A1E8285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8195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(β,</a:t>
            </a:r>
          </a:p>
        </p:txBody>
      </p:sp>
      <p:sp>
        <p:nvSpPr>
          <p:cNvPr id="259" name="u">
            <a:extLst xmlns:a="http://schemas.openxmlformats.org/drawingml/2006/main">
              <a:ext uri="{FF2B5EF4-FFF2-40B4-BE49-F238E27FC236}">
                <a16:creationId xmlns:a16="http://schemas.microsoft.com/office/drawing/2014/main" id="{FAB386B7-1CA5-4C27-A879-4A4F435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138" y="3819525"/>
            <a:ext cx="352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60" name="k">
            <a:extLst xmlns:a="http://schemas.openxmlformats.org/drawingml/2006/main">
              <a:ext uri="{FF2B5EF4-FFF2-40B4-BE49-F238E27FC236}">
                <a16:creationId xmlns:a16="http://schemas.microsoft.com/office/drawing/2014/main" id="{FBFB2850-ADAB-4702-9062-88B14FE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588" y="40290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6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61" name=")">
            <a:extLst xmlns:a="http://schemas.openxmlformats.org/drawingml/2006/main">
              <a:ext uri="{FF2B5EF4-FFF2-40B4-BE49-F238E27FC236}">
                <a16:creationId xmlns:a16="http://schemas.microsoft.com/office/drawing/2014/main" id="{C3F0A004-5BEA-4BBC-A4FF-7017A44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988" y="3819525"/>
            <a:ext cx="16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62" name="O(M">
            <a:extLst xmlns:a="http://schemas.openxmlformats.org/drawingml/2006/main">
              <a:ext uri="{FF2B5EF4-FFF2-40B4-BE49-F238E27FC236}">
                <a16:creationId xmlns:a16="http://schemas.microsoft.com/office/drawing/2014/main" id="{36146808-CCD9-4E68-9570-9F71203F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513" y="4362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O(M</a:t>
            </a:r>
          </a:p>
        </p:txBody>
      </p:sp>
      <p:sp>
        <p:nvSpPr>
          <p:cNvPr id="263" name="3">
            <a:extLst xmlns:a="http://schemas.openxmlformats.org/drawingml/2006/main">
              <a:ext uri="{FF2B5EF4-FFF2-40B4-BE49-F238E27FC236}">
                <a16:creationId xmlns:a16="http://schemas.microsoft.com/office/drawing/2014/main" id="{9D0654E4-2DE9-471E-8EFA-18A5F7A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43910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2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64" name=") recovery">
            <a:extLst xmlns:a="http://schemas.openxmlformats.org/drawingml/2006/main">
              <a:ext uri="{FF2B5EF4-FFF2-40B4-BE49-F238E27FC236}">
                <a16:creationId xmlns:a16="http://schemas.microsoft.com/office/drawing/2014/main" id="{EC085421-C711-43DE-B8E3-61EDBF2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436245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) recovery</a:t>
            </a:r>
          </a:p>
        </p:txBody>
      </p:sp>
      <p:sp>
        <p:nvSpPr>
          <p:cNvPr id="265" name="O(M">
            <a:extLst xmlns:a="http://schemas.openxmlformats.org/drawingml/2006/main">
              <a:ext uri="{FF2B5EF4-FFF2-40B4-BE49-F238E27FC236}">
                <a16:creationId xmlns:a16="http://schemas.microsoft.com/office/drawing/2014/main" id="{B1C630D4-C663-40B5-990A-12F6E330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0538" y="4362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O(M</a:t>
            </a:r>
          </a:p>
        </p:txBody>
      </p:sp>
      <p:sp>
        <p:nvSpPr>
          <p:cNvPr id="266" name="2">
            <a:extLst xmlns:a="http://schemas.openxmlformats.org/drawingml/2006/main">
              <a:ext uri="{FF2B5EF4-FFF2-40B4-BE49-F238E27FC236}">
                <a16:creationId xmlns:a16="http://schemas.microsoft.com/office/drawing/2014/main" id="{04D97F0F-255E-4C8B-A401-0A1CCA3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263" y="43910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2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2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67" name=") persistent state">
            <a:extLst xmlns:a="http://schemas.openxmlformats.org/drawingml/2006/main">
              <a:ext uri="{FF2B5EF4-FFF2-40B4-BE49-F238E27FC236}">
                <a16:creationId xmlns:a16="http://schemas.microsoft.com/office/drawing/2014/main" id="{B1479125-8635-495C-9EA5-B16BD65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4888" y="43624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6B6B6B"/>
                </a:solidFill>
                <a:latin typeface="Times New Roman"/>
                <a:ea typeface="Times New Roman"/>
                <a:cs typeface="Times New Roman"/>
              </a:rPr>
              <a:t>) persistent state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887D1B7-DEA9-4BD6-98D7-5AB1FBA4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B6B6B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57CB77A-4D0B-41DC-9C16-141E9AD3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37" y="2920784"/>
            <a:ext cx="58513" cy="63931"/>
          </a:xfrm>
          <a:custGeom xmlns:a="http://schemas.openxmlformats.org/drawingml/2006/main"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B6B6B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0734F9F-F80F-409C-9CAC-C3969B5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B6B6B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3DD4B21-8D60-4E0D-B4A7-C7241F9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312" y="2920784"/>
            <a:ext cx="58513" cy="63931"/>
          </a:xfrm>
          <a:custGeom xmlns:a="http://schemas.openxmlformats.org/drawingml/2006/main"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B6B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657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2026-09-13T14:41:31.9010000Z</dcterms:created>
  <dcterms:modified xsi:type="dcterms:W3CDTF">2026-09-13T14:41:31.9010000Z</dcterms:modified>
</coreProperties>
</file>